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3ff5a2fe4e42dd" /><Relationship Type="http://schemas.openxmlformats.org/officeDocument/2006/relationships/extended-properties" Target="/docProps/app.xml" Id="R1cfc2d7024ff4cb9" /><Relationship Type="http://schemas.openxmlformats.org/officeDocument/2006/relationships/officeDocument" Target="/ppt/presentation.xml" Id="Rbdf53e8666e243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b56e6eb374938"/>
  </p:sldMasterIdLst>
  <p:notesMasterIdLst>
    <p:notesMasterId xmlns:r="http://schemas.openxmlformats.org/officeDocument/2006/relationships" r:id="R70251c76e7d34ab9"/>
  </p:notesMasterIdLst>
  <p:sldIdLst>
    <p:sldId xmlns:r="http://schemas.openxmlformats.org/officeDocument/2006/relationships" id="256" r:id="Raf6765b952574329"/>
    <p:sldId xmlns:r="http://schemas.openxmlformats.org/officeDocument/2006/relationships" id="257" r:id="R3a95600caadc431a"/>
    <p:sldId xmlns:r="http://schemas.openxmlformats.org/officeDocument/2006/relationships" id="258" r:id="Rb56291f797fd4ac1"/>
    <p:sldId xmlns:r="http://schemas.openxmlformats.org/officeDocument/2006/relationships" id="259" r:id="Rfe5a6294bebc472d"/>
    <p:sldId xmlns:r="http://schemas.openxmlformats.org/officeDocument/2006/relationships" id="260" r:id="Rc236085be2184b6a"/>
    <p:sldId xmlns:r="http://schemas.openxmlformats.org/officeDocument/2006/relationships" id="261" r:id="R74c2a1f4b7354d14"/>
    <p:sldId xmlns:r="http://schemas.openxmlformats.org/officeDocument/2006/relationships" id="262" r:id="Rc767c7ea74e8444a"/>
    <p:sldId xmlns:r="http://schemas.openxmlformats.org/officeDocument/2006/relationships" id="263" r:id="Ra853c540a5a7452f"/>
    <p:sldId xmlns:r="http://schemas.openxmlformats.org/officeDocument/2006/relationships" id="264" r:id="R30e7fd0c7bf74292"/>
    <p:sldId xmlns:r="http://schemas.openxmlformats.org/officeDocument/2006/relationships" id="265" r:id="R880687c3503e4525"/>
    <p:sldId xmlns:r="http://schemas.openxmlformats.org/officeDocument/2006/relationships" id="266" r:id="Rd09d85c231ea4fb0"/>
    <p:sldId xmlns:r="http://schemas.openxmlformats.org/officeDocument/2006/relationships" id="267" r:id="Re0b08486110c445b"/>
    <p:sldId xmlns:r="http://schemas.openxmlformats.org/officeDocument/2006/relationships" id="268" r:id="R0b221409cff74633"/>
    <p:sldId xmlns:r="http://schemas.openxmlformats.org/officeDocument/2006/relationships" id="269" r:id="R299ff2163eaf44a1"/>
    <p:sldId xmlns:r="http://schemas.openxmlformats.org/officeDocument/2006/relationships" id="270" r:id="Rfdc4a8e96a1a4ef6"/>
    <p:sldId xmlns:r="http://schemas.openxmlformats.org/officeDocument/2006/relationships" id="271" r:id="Rbe1faae3417d43a7"/>
    <p:sldId xmlns:r="http://schemas.openxmlformats.org/officeDocument/2006/relationships" id="272" r:id="Rdaf2d5c7b7074d25"/>
    <p:sldId xmlns:r="http://schemas.openxmlformats.org/officeDocument/2006/relationships" id="273" r:id="Ra7bb4821c08b4b9d"/>
    <p:sldId xmlns:r="http://schemas.openxmlformats.org/officeDocument/2006/relationships" id="274" r:id="R53c03cd8e6934cf8"/>
    <p:sldId xmlns:r="http://schemas.openxmlformats.org/officeDocument/2006/relationships" id="275" r:id="Rfaf66b1893ef4f24"/>
    <p:sldId xmlns:r="http://schemas.openxmlformats.org/officeDocument/2006/relationships" id="276" r:id="Re35f9451c5164254"/>
    <p:sldId xmlns:r="http://schemas.openxmlformats.org/officeDocument/2006/relationships" id="277" r:id="Re8ebe92b5e784f45"/>
    <p:sldId xmlns:r="http://schemas.openxmlformats.org/officeDocument/2006/relationships" id="278" r:id="R90a04f88cc4d4f1e"/>
    <p:sldId xmlns:r="http://schemas.openxmlformats.org/officeDocument/2006/relationships" id="279" r:id="R1ba17a6b572043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59234a41a4e31" /><Relationship Type="http://schemas.openxmlformats.org/officeDocument/2006/relationships/slideMaster" Target="/ppt/slideMasters/slideMaster1.xml" Id="R162b56e6eb374938" /><Relationship Type="http://schemas.openxmlformats.org/officeDocument/2006/relationships/notesMaster" Target="/ppt/notesMasters/notesMaster1.xml" Id="R70251c76e7d34ab9" /><Relationship Type="http://schemas.openxmlformats.org/officeDocument/2006/relationships/presProps" Target="/ppt/presProps.xml" Id="R2be2d6843a1c45a7" /><Relationship Type="http://schemas.openxmlformats.org/officeDocument/2006/relationships/tableStyles" Target="/ppt/tableStyles.xml" Id="R0b1dd5340f974316" /><Relationship Type="http://schemas.openxmlformats.org/officeDocument/2006/relationships/slide" Target="/ppt/slides/slide1.xml" Id="Raf6765b952574329" /><Relationship Type="http://schemas.openxmlformats.org/officeDocument/2006/relationships/slide" Target="/ppt/slides/slide2.xml" Id="R3a95600caadc431a" /><Relationship Type="http://schemas.openxmlformats.org/officeDocument/2006/relationships/slide" Target="/ppt/slides/slide3.xml" Id="Rb56291f797fd4ac1" /><Relationship Type="http://schemas.openxmlformats.org/officeDocument/2006/relationships/slide" Target="/ppt/slides/slide4.xml" Id="Rfe5a6294bebc472d" /><Relationship Type="http://schemas.openxmlformats.org/officeDocument/2006/relationships/slide" Target="/ppt/slides/slide5.xml" Id="Rc236085be2184b6a" /><Relationship Type="http://schemas.openxmlformats.org/officeDocument/2006/relationships/slide" Target="/ppt/slides/slide6.xml" Id="R74c2a1f4b7354d14" /><Relationship Type="http://schemas.openxmlformats.org/officeDocument/2006/relationships/slide" Target="/ppt/slides/slide7.xml" Id="Rc767c7ea74e8444a" /><Relationship Type="http://schemas.openxmlformats.org/officeDocument/2006/relationships/slide" Target="/ppt/slides/slide8.xml" Id="Ra853c540a5a7452f" /><Relationship Type="http://schemas.openxmlformats.org/officeDocument/2006/relationships/slide" Target="/ppt/slides/slide9.xml" Id="R30e7fd0c7bf74292" /><Relationship Type="http://schemas.openxmlformats.org/officeDocument/2006/relationships/slide" Target="/ppt/slides/slide10.xml" Id="R880687c3503e4525" /><Relationship Type="http://schemas.openxmlformats.org/officeDocument/2006/relationships/slide" Target="/ppt/slides/slide11.xml" Id="Rd09d85c231ea4fb0" /><Relationship Type="http://schemas.openxmlformats.org/officeDocument/2006/relationships/slide" Target="/ppt/slides/slide12.xml" Id="Re0b08486110c445b" /><Relationship Type="http://schemas.openxmlformats.org/officeDocument/2006/relationships/slide" Target="/ppt/slides/slide13.xml" Id="R0b221409cff74633" /><Relationship Type="http://schemas.openxmlformats.org/officeDocument/2006/relationships/slide" Target="/ppt/slides/slide14.xml" Id="R299ff2163eaf44a1" /><Relationship Type="http://schemas.openxmlformats.org/officeDocument/2006/relationships/slide" Target="/ppt/slides/slide15.xml" Id="Rfdc4a8e96a1a4ef6" /><Relationship Type="http://schemas.openxmlformats.org/officeDocument/2006/relationships/slide" Target="/ppt/slides/slide16.xml" Id="Rbe1faae3417d43a7" /><Relationship Type="http://schemas.openxmlformats.org/officeDocument/2006/relationships/slide" Target="/ppt/slides/slide17.xml" Id="Rdaf2d5c7b7074d25" /><Relationship Type="http://schemas.openxmlformats.org/officeDocument/2006/relationships/slide" Target="/ppt/slides/slide18.xml" Id="Ra7bb4821c08b4b9d" /><Relationship Type="http://schemas.openxmlformats.org/officeDocument/2006/relationships/slide" Target="/ppt/slides/slide19.xml" Id="R53c03cd8e6934cf8" /><Relationship Type="http://schemas.openxmlformats.org/officeDocument/2006/relationships/slide" Target="/ppt/slides/slide20.xml" Id="Rfaf66b1893ef4f24" /><Relationship Type="http://schemas.openxmlformats.org/officeDocument/2006/relationships/slide" Target="/ppt/slides/slide21.xml" Id="Re35f9451c5164254" /><Relationship Type="http://schemas.openxmlformats.org/officeDocument/2006/relationships/slide" Target="/ppt/slides/slide22.xml" Id="Re8ebe92b5e784f45" /><Relationship Type="http://schemas.openxmlformats.org/officeDocument/2006/relationships/slide" Target="/ppt/slides/slide23.xml" Id="R90a04f88cc4d4f1e" /><Relationship Type="http://schemas.openxmlformats.org/officeDocument/2006/relationships/slide" Target="/ppt/slides/slide24.xml" Id="R1ba17a6b572043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810a09730e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32e4b129bd4db7" /><Relationship Type="http://schemas.openxmlformats.org/officeDocument/2006/relationships/notesMaster" Target="/ppt/notesMasters/notesMaster1.xml" Id="Rf6b2f29ce8e148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301244ab7148bd" /><Relationship Type="http://schemas.openxmlformats.org/officeDocument/2006/relationships/notesMaster" Target="/ppt/notesMasters/notesMaster1.xml" Id="R80c5336e21ff4a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75e0fc1a8b4ffa" /><Relationship Type="http://schemas.openxmlformats.org/officeDocument/2006/relationships/notesMaster" Target="/ppt/notesMasters/notesMaster1.xml" Id="R40f86c6740aa4d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3ef105fe1747e2" /><Relationship Type="http://schemas.openxmlformats.org/officeDocument/2006/relationships/notesMaster" Target="/ppt/notesMasters/notesMaster1.xml" Id="R2153aeb4499543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9304e737d43a7" /><Relationship Type="http://schemas.openxmlformats.org/officeDocument/2006/relationships/notesMaster" Target="/ppt/notesMasters/notesMaster1.xml" Id="R77af76cad53f4c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572d36cdc14375" /><Relationship Type="http://schemas.openxmlformats.org/officeDocument/2006/relationships/notesMaster" Target="/ppt/notesMasters/notesMaster1.xml" Id="R59041088ac8142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178b6733cf433c" /><Relationship Type="http://schemas.openxmlformats.org/officeDocument/2006/relationships/notesMaster" Target="/ppt/notesMasters/notesMaster1.xml" Id="Rf6c3a80ca114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4c7c62d1854bf5" /><Relationship Type="http://schemas.openxmlformats.org/officeDocument/2006/relationships/notesMaster" Target="/ppt/notesMasters/notesMaster1.xml" Id="R157f16b5144b42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875c54d5a74143" /><Relationship Type="http://schemas.openxmlformats.org/officeDocument/2006/relationships/notesMaster" Target="/ppt/notesMasters/notesMaster1.xml" Id="R32ded8b1509c4d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85cb3617b947e8" /><Relationship Type="http://schemas.openxmlformats.org/officeDocument/2006/relationships/notesMaster" Target="/ppt/notesMasters/notesMaster1.xml" Id="R7c8946a33d0844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e39bff249842ee" /><Relationship Type="http://schemas.openxmlformats.org/officeDocument/2006/relationships/notesMaster" Target="/ppt/notesMasters/notesMaster1.xml" Id="R635c7e45ef694e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8b6ca2ba224698" /><Relationship Type="http://schemas.openxmlformats.org/officeDocument/2006/relationships/notesMaster" Target="/ppt/notesMasters/notesMaster1.xml" Id="R5d786d2fdebc40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093bdb22b248b2" /><Relationship Type="http://schemas.openxmlformats.org/officeDocument/2006/relationships/notesMaster" Target="/ppt/notesMasters/notesMaster1.xml" Id="R4d9ff6755f2e41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ce484166de40b7" /><Relationship Type="http://schemas.openxmlformats.org/officeDocument/2006/relationships/notesMaster" Target="/ppt/notesMasters/notesMaster1.xml" Id="R930c6e4d378640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dc9fb6468f4767" /><Relationship Type="http://schemas.openxmlformats.org/officeDocument/2006/relationships/notesMaster" Target="/ppt/notesMasters/notesMaster1.xml" Id="R32e2f9bd7ede4b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52171cb9b546af" /><Relationship Type="http://schemas.openxmlformats.org/officeDocument/2006/relationships/notesMaster" Target="/ppt/notesMasters/notesMaster1.xml" Id="R2936e28b57e146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67031257ee4464" /><Relationship Type="http://schemas.openxmlformats.org/officeDocument/2006/relationships/notesMaster" Target="/ppt/notesMasters/notesMaster1.xml" Id="R9094f3b1d7a244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b2e5f97b1f4757" /><Relationship Type="http://schemas.openxmlformats.org/officeDocument/2006/relationships/notesMaster" Target="/ppt/notesMasters/notesMaster1.xml" Id="Raf9c734950ef4c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27ff12e9ea4be8" /><Relationship Type="http://schemas.openxmlformats.org/officeDocument/2006/relationships/notesMaster" Target="/ppt/notesMasters/notesMaster1.xml" Id="Rd4a129012bc34f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170b998c79466f" /><Relationship Type="http://schemas.openxmlformats.org/officeDocument/2006/relationships/notesMaster" Target="/ppt/notesMasters/notesMaster1.xml" Id="Rb13b80ad432d4a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d75118f3ba4f99" /><Relationship Type="http://schemas.openxmlformats.org/officeDocument/2006/relationships/notesMaster" Target="/ppt/notesMasters/notesMaster1.xml" Id="R2b4f592a555346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20b426531d4522" /><Relationship Type="http://schemas.openxmlformats.org/officeDocument/2006/relationships/notesMaster" Target="/ppt/notesMasters/notesMaster1.xml" Id="R58f15be286b74c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7ec8c851934938" /><Relationship Type="http://schemas.openxmlformats.org/officeDocument/2006/relationships/notesMaster" Target="/ppt/notesMasters/notesMaster1.xml" Id="Rc343b3f566c44a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ee57b5ac7934a3f" /><Relationship Type="http://schemas.openxmlformats.org/officeDocument/2006/relationships/notesMaster" Target="/ppt/notesMasters/notesMaster1.xml" Id="Rcdd3f08acdad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7d209722f4b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ad336724b141a5" /><Relationship Type="http://schemas.openxmlformats.org/officeDocument/2006/relationships/slideLayout" Target="/ppt/slideLayouts/slideLayout1.xml" Id="R6a252392ccd648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252392ccd648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994d8e050414c" /><Relationship Type="http://schemas.openxmlformats.org/officeDocument/2006/relationships/image" Target="/ppt/media/image.png" Id="R793c9095458148f8" /><Relationship Type="http://schemas.openxmlformats.org/officeDocument/2006/relationships/notesSlide" Target="/ppt/notesSlides/notesSlide1.xml" Id="Ra562d69be2c34f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9f69711884ee9" /><Relationship Type="http://schemas.openxmlformats.org/officeDocument/2006/relationships/image" Target="/ppt/media/image2.png" Id="R2124d6f06e524450" /><Relationship Type="http://schemas.openxmlformats.org/officeDocument/2006/relationships/notesSlide" Target="/ppt/notesSlides/notesSlide2.xml" Id="R7ba7e8f65989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33be9e8a849e2" /><Relationship Type="http://schemas.openxmlformats.org/officeDocument/2006/relationships/image" Target="/ppt/media/image3.png" Id="Rd473b0cc56784ae3" /><Relationship Type="http://schemas.openxmlformats.org/officeDocument/2006/relationships/notesSlide" Target="/ppt/notesSlides/notesSlide3.xml" Id="Rf48d057f46904b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ab209c6454b0a" /><Relationship Type="http://schemas.openxmlformats.org/officeDocument/2006/relationships/image" Target="/ppt/media/image4.png" Id="R92541bccea42408a" /><Relationship Type="http://schemas.openxmlformats.org/officeDocument/2006/relationships/notesSlide" Target="/ppt/notesSlides/notesSlide4.xml" Id="R201c887d59e44b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e8c9ae2654f0f" /><Relationship Type="http://schemas.openxmlformats.org/officeDocument/2006/relationships/image" Target="/ppt/media/image5.png" Id="R34f3824701af4259" /><Relationship Type="http://schemas.openxmlformats.org/officeDocument/2006/relationships/notesSlide" Target="/ppt/notesSlides/notesSlide5.xml" Id="R7ae110690e3f42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8d54bca354807" /><Relationship Type="http://schemas.openxmlformats.org/officeDocument/2006/relationships/image" Target="/ppt/media/image6.png" Id="Rd2102d254ea34dca" /><Relationship Type="http://schemas.openxmlformats.org/officeDocument/2006/relationships/notesSlide" Target="/ppt/notesSlides/notesSlide6.xml" Id="Rb2735474e1f842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b67526ac843ab" /><Relationship Type="http://schemas.openxmlformats.org/officeDocument/2006/relationships/image" Target="/ppt/media/image7.png" Id="Rf7fe308692cb4d62" /><Relationship Type="http://schemas.openxmlformats.org/officeDocument/2006/relationships/notesSlide" Target="/ppt/notesSlides/notesSlide7.xml" Id="Re0e7d480e62542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57db23503471d" /><Relationship Type="http://schemas.openxmlformats.org/officeDocument/2006/relationships/image" Target="/ppt/media/image8.png" Id="Rbfb1e4217c324d2d" /><Relationship Type="http://schemas.openxmlformats.org/officeDocument/2006/relationships/notesSlide" Target="/ppt/notesSlides/notesSlide8.xml" Id="R532b5fa7da1f40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1571c450f432e" /><Relationship Type="http://schemas.openxmlformats.org/officeDocument/2006/relationships/image" Target="/ppt/media/image9.png" Id="R52fae1a61c70431b" /><Relationship Type="http://schemas.openxmlformats.org/officeDocument/2006/relationships/notesSlide" Target="/ppt/notesSlides/notesSlide9.xml" Id="Re75a927e46c844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98226fec46bc" /><Relationship Type="http://schemas.openxmlformats.org/officeDocument/2006/relationships/image" Target="/ppt/media/image10.png" Id="R921eb5ce75084153" /><Relationship Type="http://schemas.openxmlformats.org/officeDocument/2006/relationships/notesSlide" Target="/ppt/notesSlides/notesSlide10.xml" Id="Rb768ab6e4e674b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c7e808d1a4a5b" /><Relationship Type="http://schemas.openxmlformats.org/officeDocument/2006/relationships/image" Target="/ppt/media/image11.png" Id="R59b6377fb425423e" /><Relationship Type="http://schemas.openxmlformats.org/officeDocument/2006/relationships/notesSlide" Target="/ppt/notesSlides/notesSlide11.xml" Id="R6b8499af931a4f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17ca0f08f464b" /><Relationship Type="http://schemas.openxmlformats.org/officeDocument/2006/relationships/image" Target="/ppt/media/image12.png" Id="Refad73efba1d41dc" /><Relationship Type="http://schemas.openxmlformats.org/officeDocument/2006/relationships/notesSlide" Target="/ppt/notesSlides/notesSlide12.xml" Id="R8c216caf51a94c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4dc426b6f4324" /><Relationship Type="http://schemas.openxmlformats.org/officeDocument/2006/relationships/image" Target="/ppt/media/image13.png" Id="Rb1f708b833e74df0" /><Relationship Type="http://schemas.openxmlformats.org/officeDocument/2006/relationships/notesSlide" Target="/ppt/notesSlides/notesSlide13.xml" Id="R8d11d46ed80149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6955e54db4d50" /><Relationship Type="http://schemas.openxmlformats.org/officeDocument/2006/relationships/image" Target="/ppt/media/image14.png" Id="R8f1f8837b69142c3" /><Relationship Type="http://schemas.openxmlformats.org/officeDocument/2006/relationships/notesSlide" Target="/ppt/notesSlides/notesSlide14.xml" Id="R38886f9c95024b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823bca9b34ade" /><Relationship Type="http://schemas.openxmlformats.org/officeDocument/2006/relationships/image" Target="/ppt/media/image15.png" Id="R8241a40a19d848d7" /><Relationship Type="http://schemas.openxmlformats.org/officeDocument/2006/relationships/notesSlide" Target="/ppt/notesSlides/notesSlide15.xml" Id="R1bb6cbde603b4d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e757571414aa5" /><Relationship Type="http://schemas.openxmlformats.org/officeDocument/2006/relationships/image" Target="/ppt/media/image16.png" Id="R9b5f4c709d9e4e65" /><Relationship Type="http://schemas.openxmlformats.org/officeDocument/2006/relationships/notesSlide" Target="/ppt/notesSlides/notesSlide16.xml" Id="R43b4b69e509e41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4f9f736174d5c" /><Relationship Type="http://schemas.openxmlformats.org/officeDocument/2006/relationships/image" Target="/ppt/media/image17.png" Id="Re0d3a6d1f1b74c45" /><Relationship Type="http://schemas.openxmlformats.org/officeDocument/2006/relationships/notesSlide" Target="/ppt/notesSlides/notesSlide17.xml" Id="Rbc321a73d4cb47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3a856f4d74269" /><Relationship Type="http://schemas.openxmlformats.org/officeDocument/2006/relationships/image" Target="/ppt/media/image18.png" Id="Re1746ba97c2e4bcc" /><Relationship Type="http://schemas.openxmlformats.org/officeDocument/2006/relationships/notesSlide" Target="/ppt/notesSlides/notesSlide18.xml" Id="Rb0fcc11ac92e43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e43f0d80e47b2" /><Relationship Type="http://schemas.openxmlformats.org/officeDocument/2006/relationships/image" Target="/ppt/media/image19.png" Id="R96b05c31b32844bd" /><Relationship Type="http://schemas.openxmlformats.org/officeDocument/2006/relationships/notesSlide" Target="/ppt/notesSlides/notesSlide19.xml" Id="R9bb6162a8b1d4f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172ad04034340" /><Relationship Type="http://schemas.openxmlformats.org/officeDocument/2006/relationships/image" Target="/ppt/media/image20.png" Id="R6879b36e97294508" /><Relationship Type="http://schemas.openxmlformats.org/officeDocument/2006/relationships/notesSlide" Target="/ppt/notesSlides/notesSlide20.xml" Id="R26a275cf06be46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ffbf9b1394f44" /><Relationship Type="http://schemas.openxmlformats.org/officeDocument/2006/relationships/image" Target="/ppt/media/image21.png" Id="R4dcb9d0efb0a4b06" /><Relationship Type="http://schemas.openxmlformats.org/officeDocument/2006/relationships/notesSlide" Target="/ppt/notesSlides/notesSlide21.xml" Id="R677c703d038a4d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2aa33d9c646c5" /><Relationship Type="http://schemas.openxmlformats.org/officeDocument/2006/relationships/image" Target="/ppt/media/image22.png" Id="R0043ab539ad34064" /><Relationship Type="http://schemas.openxmlformats.org/officeDocument/2006/relationships/notesSlide" Target="/ppt/notesSlides/notesSlide22.xml" Id="Rbee879ef1c4142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33ff8161c4ea4" /><Relationship Type="http://schemas.openxmlformats.org/officeDocument/2006/relationships/image" Target="/ppt/media/image23.png" Id="R64ade57b977944c1" /><Relationship Type="http://schemas.openxmlformats.org/officeDocument/2006/relationships/notesSlide" Target="/ppt/notesSlides/notesSlide23.xml" Id="R3ab96d2897f945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7778f47cb40f2" /><Relationship Type="http://schemas.openxmlformats.org/officeDocument/2006/relationships/image" Target="/ppt/media/image24.png" Id="R6363553b301e4b5d" /><Relationship Type="http://schemas.openxmlformats.org/officeDocument/2006/relationships/notesSlide" Target="/ppt/notesSlides/notesSlide24.xml" Id="Ra6fbe76c16b942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c9095458148f8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49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4d6f06e524450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69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3b0cc56784ae3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18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41bccea42408a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1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3824701af4259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166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02d254ea34dca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5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e308692cb4d62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86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1e4217c324d2d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37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ae1a61c70431b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6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eb5ce75084153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15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6377fb425423e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14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d73efba1d41dc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491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708b833e74df0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77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f8837b69142c3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50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1a40a19d848d7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052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f4c709d9e4e65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036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3a6d1f1b74c45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61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46ba97c2e4bcc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749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05c31b32844bd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495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9b36e97294508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762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b9d0efb0a4b06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51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3ab539ad34064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532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de57b977944c1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38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3553b301e4b5d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44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2026-09-21T08:09:51.7410000Z</dcterms:created>
  <dcterms:modified xsi:type="dcterms:W3CDTF">2026-09-21T08:09:51.7410000Z</dcterms:modified>
</coreProperties>
</file>