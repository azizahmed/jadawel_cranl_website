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01faa6e979c46ce" /><Relationship Type="http://schemas.openxmlformats.org/officeDocument/2006/relationships/extended-properties" Target="/docProps/app.xml" Id="R163f176602de42aa" /><Relationship Type="http://schemas.openxmlformats.org/officeDocument/2006/relationships/officeDocument" Target="/ppt/presentation.xml" Id="R89c83c80fed84f4c" /></Relationships>
</file>

<file path=ppt/presentation.xml><?xml version="1.0" encoding="utf-8"?>
<p:presentation xmlns:p="http://schemas.openxmlformats.org/presentationml/2006/main" xmlns:r="http://schemas.openxmlformats.org/officeDocument/2006/relationships" rtl="1">
  <p:sldMasterIdLst>
    <p:sldMasterId id="2147483648" r:id="Rda34631e36744d76"/>
  </p:sldMasterIdLst>
  <p:notesMasterIdLst>
    <p:notesMasterId r:id="R1988f227c85144dc"/>
  </p:notesMasterIdLst>
  <p:sldIdLst>
    <p:sldId id="256" r:id="Rdc9a7458b88e40a9"/>
    <p:sldId id="257" r:id="Redda355e2f9d4225"/>
    <p:sldId id="258" r:id="R1d4e09c5ca4448f7"/>
    <p:sldId id="259" r:id="R1467bceb59634a09"/>
    <p:sldId id="260" r:id="R3ce2feec159743ba"/>
    <p:sldId id="261" r:id="R85e2882145894203"/>
    <p:sldId id="262" r:id="R3d5a03271f474005"/>
    <p:sldId id="263" r:id="R511f8e3c6b3b4907"/>
    <p:sldId id="264" r:id="Rb3683e671c1e4106"/>
    <p:sldId id="265" r:id="Rf6029fbcdb8142b9"/>
    <p:sldId id="266" r:id="R70bf594c5e0e46b9"/>
    <p:sldId id="267" r:id="R422ccb64b86342c6"/>
    <p:sldId id="268" r:id="Rff7e1a70c49e4125"/>
    <p:sldId id="269" r:id="R6f14d4a431964244"/>
    <p:sldId id="270" r:id="R26dc7524ea5d4044"/>
    <p:sldId id="271" r:id="R99bc752b2fca4c95"/>
    <p:sldId id="272" r:id="R6935f4822e56423d"/>
    <p:sldId id="273" r:id="Rc918d38b52694797"/>
    <p:sldId id="274" r:id="R3e2097ae6f054edc"/>
    <p:sldId id="275" r:id="R7ab1d8cb0ea34d54"/>
    <p:sldId id="276" r:id="Re2a92ce4e1084d34"/>
    <p:sldId id="277" r:id="R2b607bfe175c472f"/>
    <p:sldId id="278" r:id="R9b59b74d83324227"/>
    <p:sldId id="279" r:id="R818696356259469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66f20d1ee5c46ce" /><Relationship Type="http://schemas.openxmlformats.org/officeDocument/2006/relationships/slideMaster" Target="/ppt/slideMasters/slideMaster1.xml" Id="Rda34631e36744d76" /><Relationship Type="http://schemas.openxmlformats.org/officeDocument/2006/relationships/notesMaster" Target="/ppt/notesMasters/notesMaster1.xml" Id="R1988f227c85144dc" /><Relationship Type="http://schemas.openxmlformats.org/officeDocument/2006/relationships/presProps" Target="/ppt/presProps.xml" Id="Rd2b66edce8e84181" /><Relationship Type="http://schemas.openxmlformats.org/officeDocument/2006/relationships/tableStyles" Target="/ppt/tableStyles.xml" Id="R8718e14197844a5e" /><Relationship Type="http://schemas.openxmlformats.org/officeDocument/2006/relationships/slide" Target="/ppt/slides/slide1.xml" Id="Rdc9a7458b88e40a9" /><Relationship Type="http://schemas.openxmlformats.org/officeDocument/2006/relationships/slide" Target="/ppt/slides/slide2.xml" Id="Redda355e2f9d4225" /><Relationship Type="http://schemas.openxmlformats.org/officeDocument/2006/relationships/slide" Target="/ppt/slides/slide3.xml" Id="R1d4e09c5ca4448f7" /><Relationship Type="http://schemas.openxmlformats.org/officeDocument/2006/relationships/slide" Target="/ppt/slides/slide4.xml" Id="R1467bceb59634a09" /><Relationship Type="http://schemas.openxmlformats.org/officeDocument/2006/relationships/slide" Target="/ppt/slides/slide5.xml" Id="R3ce2feec159743ba" /><Relationship Type="http://schemas.openxmlformats.org/officeDocument/2006/relationships/slide" Target="/ppt/slides/slide6.xml" Id="R85e2882145894203" /><Relationship Type="http://schemas.openxmlformats.org/officeDocument/2006/relationships/slide" Target="/ppt/slides/slide7.xml" Id="R3d5a03271f474005" /><Relationship Type="http://schemas.openxmlformats.org/officeDocument/2006/relationships/slide" Target="/ppt/slides/slide8.xml" Id="R511f8e3c6b3b4907" /><Relationship Type="http://schemas.openxmlformats.org/officeDocument/2006/relationships/slide" Target="/ppt/slides/slide9.xml" Id="Rb3683e671c1e4106" /><Relationship Type="http://schemas.openxmlformats.org/officeDocument/2006/relationships/slide" Target="/ppt/slides/slide10.xml" Id="Rf6029fbcdb8142b9" /><Relationship Type="http://schemas.openxmlformats.org/officeDocument/2006/relationships/slide" Target="/ppt/slides/slide11.xml" Id="R70bf594c5e0e46b9" /><Relationship Type="http://schemas.openxmlformats.org/officeDocument/2006/relationships/slide" Target="/ppt/slides/slide12.xml" Id="R422ccb64b86342c6" /><Relationship Type="http://schemas.openxmlformats.org/officeDocument/2006/relationships/slide" Target="/ppt/slides/slide13.xml" Id="Rff7e1a70c49e4125" /><Relationship Type="http://schemas.openxmlformats.org/officeDocument/2006/relationships/slide" Target="/ppt/slides/slide14.xml" Id="R6f14d4a431964244" /><Relationship Type="http://schemas.openxmlformats.org/officeDocument/2006/relationships/slide" Target="/ppt/slides/slide15.xml" Id="R26dc7524ea5d4044" /><Relationship Type="http://schemas.openxmlformats.org/officeDocument/2006/relationships/slide" Target="/ppt/slides/slide16.xml" Id="R99bc752b2fca4c95" /><Relationship Type="http://schemas.openxmlformats.org/officeDocument/2006/relationships/slide" Target="/ppt/slides/slide17.xml" Id="R6935f4822e56423d" /><Relationship Type="http://schemas.openxmlformats.org/officeDocument/2006/relationships/slide" Target="/ppt/slides/slide18.xml" Id="Rc918d38b52694797" /><Relationship Type="http://schemas.openxmlformats.org/officeDocument/2006/relationships/slide" Target="/ppt/slides/slide19.xml" Id="R3e2097ae6f054edc" /><Relationship Type="http://schemas.openxmlformats.org/officeDocument/2006/relationships/slide" Target="/ppt/slides/slide20.xml" Id="R7ab1d8cb0ea34d54" /><Relationship Type="http://schemas.openxmlformats.org/officeDocument/2006/relationships/slide" Target="/ppt/slides/slide21.xml" Id="Re2a92ce4e1084d34" /><Relationship Type="http://schemas.openxmlformats.org/officeDocument/2006/relationships/slide" Target="/ppt/slides/slide22.xml" Id="R2b607bfe175c472f" /><Relationship Type="http://schemas.openxmlformats.org/officeDocument/2006/relationships/slide" Target="/ppt/slides/slide23.xml" Id="R9b59b74d83324227" /><Relationship Type="http://schemas.openxmlformats.org/officeDocument/2006/relationships/slide" Target="/ppt/slides/slide24.xml" Id="R818696356259469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a6d7e020f624ce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907b087436144b7" /><Relationship Type="http://schemas.openxmlformats.org/officeDocument/2006/relationships/notesMaster" Target="/ppt/notesMasters/notesMaster1.xml" Id="R13235ef61039453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3cf28a7fa49449f" /><Relationship Type="http://schemas.openxmlformats.org/officeDocument/2006/relationships/notesMaster" Target="/ppt/notesMasters/notesMaster1.xml" Id="R304b949925d943d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ed8a066f9cc43f6" /><Relationship Type="http://schemas.openxmlformats.org/officeDocument/2006/relationships/notesMaster" Target="/ppt/notesMasters/notesMaster1.xml" Id="R7001fd4f19f4402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7b82381293940fe" /><Relationship Type="http://schemas.openxmlformats.org/officeDocument/2006/relationships/notesMaster" Target="/ppt/notesMasters/notesMaster1.xml" Id="R6b4d287d58514ca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fc3ae593e9a4093" /><Relationship Type="http://schemas.openxmlformats.org/officeDocument/2006/relationships/notesMaster" Target="/ppt/notesMasters/notesMaster1.xml" Id="Rf269231c5fc24de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b1b8f5c530c47ec" /><Relationship Type="http://schemas.openxmlformats.org/officeDocument/2006/relationships/notesMaster" Target="/ppt/notesMasters/notesMaster1.xml" Id="Rf3f60692d81c450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74ba328d9ff4860" /><Relationship Type="http://schemas.openxmlformats.org/officeDocument/2006/relationships/notesMaster" Target="/ppt/notesMasters/notesMaster1.xml" Id="Rbd3a6e7719c64a7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197b36dd4a24759" /><Relationship Type="http://schemas.openxmlformats.org/officeDocument/2006/relationships/notesMaster" Target="/ppt/notesMasters/notesMaster1.xml" Id="R39d4f131f1b8447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0bc00da6a514433" /><Relationship Type="http://schemas.openxmlformats.org/officeDocument/2006/relationships/notesMaster" Target="/ppt/notesMasters/notesMaster1.xml" Id="R6d12e93998de497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05aa4c49a3146c9" /><Relationship Type="http://schemas.openxmlformats.org/officeDocument/2006/relationships/notesMaster" Target="/ppt/notesMasters/notesMaster1.xml" Id="Reee26ed9732f4d5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da2a405f1dd481e" /><Relationship Type="http://schemas.openxmlformats.org/officeDocument/2006/relationships/notesMaster" Target="/ppt/notesMasters/notesMaster1.xml" Id="R794f9697d16747f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ed4c6400656418d" /><Relationship Type="http://schemas.openxmlformats.org/officeDocument/2006/relationships/notesMaster" Target="/ppt/notesMasters/notesMaster1.xml" Id="R1e0d4ea2836b45a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9180a853cfa4a88" /><Relationship Type="http://schemas.openxmlformats.org/officeDocument/2006/relationships/notesMaster" Target="/ppt/notesMasters/notesMaster1.xml" Id="Rca3f4f2a219e441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fbd0b49324f430b" /><Relationship Type="http://schemas.openxmlformats.org/officeDocument/2006/relationships/notesMaster" Target="/ppt/notesMasters/notesMaster1.xml" Id="R268f0a3e0f9a4cd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e71f889881940f3" /><Relationship Type="http://schemas.openxmlformats.org/officeDocument/2006/relationships/notesMaster" Target="/ppt/notesMasters/notesMaster1.xml" Id="R1efdf94f842648c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1b6117340d243b1" /><Relationship Type="http://schemas.openxmlformats.org/officeDocument/2006/relationships/notesMaster" Target="/ppt/notesMasters/notesMaster1.xml" Id="R6ed58fd18e9c477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03708fee98540fc" /><Relationship Type="http://schemas.openxmlformats.org/officeDocument/2006/relationships/notesMaster" Target="/ppt/notesMasters/notesMaster1.xml" Id="R7ce2f469fb0b4c3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33ce02aab474f75" /><Relationship Type="http://schemas.openxmlformats.org/officeDocument/2006/relationships/notesMaster" Target="/ppt/notesMasters/notesMaster1.xml" Id="Reb68b646b1f9446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e22eb1fec1f4208" /><Relationship Type="http://schemas.openxmlformats.org/officeDocument/2006/relationships/notesMaster" Target="/ppt/notesMasters/notesMaster1.xml" Id="R89b5c828e194400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ecd57b99f1f478f" /><Relationship Type="http://schemas.openxmlformats.org/officeDocument/2006/relationships/notesMaster" Target="/ppt/notesMasters/notesMaster1.xml" Id="R224aab19007d4d2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486e1e2336542f5" /><Relationship Type="http://schemas.openxmlformats.org/officeDocument/2006/relationships/notesMaster" Target="/ppt/notesMasters/notesMaster1.xml" Id="R6c964690113848d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5fb096b83ec4750" /><Relationship Type="http://schemas.openxmlformats.org/officeDocument/2006/relationships/notesMaster" Target="/ppt/notesMasters/notesMaster1.xml" Id="Rbbd12255d47a4b3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9da660b888e47d0" /><Relationship Type="http://schemas.openxmlformats.org/officeDocument/2006/relationships/notesMaster" Target="/ppt/notesMasters/notesMaster1.xml" Id="R82da6cadd0514b4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9a81149adcf4885" /><Relationship Type="http://schemas.openxmlformats.org/officeDocument/2006/relationships/notesMaster" Target="/ppt/notesMasters/notesMaster1.xml" Id="Rc8ca98c5f7144238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 algn="r">
              <a:defRPr lang="ar-SA">
                <a:cs typeface="thmanyah sans"/>
              </a:defRPr>
            </a:pPr>
            <a:r>
              <a:rPr lang="ar-SA">
                <a:cs typeface="thmanyah sans"/>
              </a:rPr>
              <a:t>المصدر: الشعار المركب الذي أكده مالك العلامة في 20 سبتمبر 2026. جميع قواعد هذا الدليل مبنية على الأصل المرفق دون إعادة رسمه.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 algn="r">
              <a:defRPr lang="ar-SA">
                <a:cs typeface="thmanyah sans"/>
              </a:defRPr>
            </a:pPr>
            <a:r>
              <a:rPr lang="ar-SA">
                <a:cs typeface="thmanyah sans"/>
              </a:rPr>
              <a:t>مصدر المحتوى: ملخص استراتيجية جداول الذي قدمه المستخدم في المحادثة الحالية.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 algn="r">
              <a:defRPr lang="ar-SA">
                <a:cs typeface="thmanyah sans"/>
              </a:defRPr>
            </a:pPr>
            <a:r>
              <a:rPr lang="ar-SA">
                <a:cs typeface="thmanyah sans"/>
              </a:rPr>
              <a:t>الأصل: ملف الشعار المركب المرفق من المستخدم. هذه الصفحة تثبت هندسته وألوانه دون تعديل.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 algn="r">
              <a:defRPr lang="ar-SA">
                <a:cs typeface="thmanyah sans"/>
              </a:defRPr>
            </a:pPr>
            <a:r>
              <a:rPr lang="ar-SA">
                <a:cs typeface="thmanyah sans"/>
              </a:rPr>
              <a:t>يعتمد ظهور الخط في PPTX على تثبيت عائلة Thmanyah Sans. توفر نسخة PDF مظهرًا ثابتًا.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8b53f5ceca4f4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24bb7bd788d4907" /><Relationship Type="http://schemas.openxmlformats.org/officeDocument/2006/relationships/slideLayout" Target="/ppt/slideLayouts/slideLayout1.xml" Id="Rb5acb8e9a66e4fe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5acb8e9a66e4fe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3304eea6b549fe" /><Relationship Type="http://schemas.openxmlformats.org/officeDocument/2006/relationships/image" Target="/ppt/media/image.png" Id="Rb1ba2de7b74e4fe8" /><Relationship Type="http://schemas.openxmlformats.org/officeDocument/2006/relationships/image" Target="/ppt/media/image2.png" Id="Rc1a0cb4e455348b5" /><Relationship Type="http://schemas.openxmlformats.org/officeDocument/2006/relationships/notesSlide" Target="/ppt/notesSlides/notesSlide1.xml" Id="R73ccacba4bf346a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441cc7ec694934" /><Relationship Type="http://schemas.openxmlformats.org/officeDocument/2006/relationships/image" Target="/ppt/media/image3.png" Id="Rab8f32cc20be4631" /><Relationship Type="http://schemas.openxmlformats.org/officeDocument/2006/relationships/notesSlide" Target="/ppt/notesSlides/notesSlide2.xml" Id="Rf05803cf30a54a4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6b6cd70bdd46cf" /><Relationship Type="http://schemas.openxmlformats.org/officeDocument/2006/relationships/notesSlide" Target="/ppt/notesSlides/notesSlide3.xml" Id="R2d2ce9ea6a0b4c4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d4204cc4904acc" /><Relationship Type="http://schemas.openxmlformats.org/officeDocument/2006/relationships/image" Target="/ppt/media/image4.png" Id="R91f698bf282042e4" /><Relationship Type="http://schemas.openxmlformats.org/officeDocument/2006/relationships/notesSlide" Target="/ppt/notesSlides/notesSlide4.xml" Id="R2299090989944df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1dba6544b24180" /><Relationship Type="http://schemas.openxmlformats.org/officeDocument/2006/relationships/notesSlide" Target="/ppt/notesSlides/notesSlide5.xml" Id="R50ddc7abfb4648c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b7ced02fb4458b" /><Relationship Type="http://schemas.openxmlformats.org/officeDocument/2006/relationships/image" Target="/ppt/media/image5.png" Id="Rde2ce33afda24fa5" /><Relationship Type="http://schemas.openxmlformats.org/officeDocument/2006/relationships/notesSlide" Target="/ppt/notesSlides/notesSlide6.xml" Id="Raeb66b63bbac4d7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c8c97c141e4d9b" /><Relationship Type="http://schemas.openxmlformats.org/officeDocument/2006/relationships/image" Target="/ppt/media/image6.png" Id="Rf89d37a59f764194" /><Relationship Type="http://schemas.openxmlformats.org/officeDocument/2006/relationships/notesSlide" Target="/ppt/notesSlides/notesSlide7.xml" Id="R189ba22db92d42e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cadc2bce064525" /><Relationship Type="http://schemas.openxmlformats.org/officeDocument/2006/relationships/image" Target="/ppt/media/image7.png" Id="R69cf8b3c033f4aff" /><Relationship Type="http://schemas.openxmlformats.org/officeDocument/2006/relationships/notesSlide" Target="/ppt/notesSlides/notesSlide8.xml" Id="R86555efc6650486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da4a13a01944e1" /><Relationship Type="http://schemas.openxmlformats.org/officeDocument/2006/relationships/image" Target="/ppt/media/image8.png" Id="Ra76883c1a99945ad" /><Relationship Type="http://schemas.openxmlformats.org/officeDocument/2006/relationships/image" Target="/ppt/media/image9.png" Id="R6c6447edd2154494" /><Relationship Type="http://schemas.openxmlformats.org/officeDocument/2006/relationships/notesSlide" Target="/ppt/notesSlides/notesSlide9.xml" Id="R8a9af4ebd2514cd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252c344a954d9f" /><Relationship Type="http://schemas.openxmlformats.org/officeDocument/2006/relationships/image" Target="/ppt/media/image10.png" Id="R199840e282a94d42" /><Relationship Type="http://schemas.openxmlformats.org/officeDocument/2006/relationships/image" Target="/ppt/media/image11.png" Id="R04af9f8ebcd6454c" /><Relationship Type="http://schemas.openxmlformats.org/officeDocument/2006/relationships/image" Target="/ppt/media/image12.png" Id="R6fa3d7c609834bf0" /><Relationship Type="http://schemas.openxmlformats.org/officeDocument/2006/relationships/image" Target="/ppt/media/image13.png" Id="R193235c075184c5b" /><Relationship Type="http://schemas.openxmlformats.org/officeDocument/2006/relationships/notesSlide" Target="/ppt/notesSlides/notesSlide10.xml" Id="R336e7a550e1d453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33101b204c480c" /><Relationship Type="http://schemas.openxmlformats.org/officeDocument/2006/relationships/image" Target="/ppt/media/image14.png" Id="R85eb23b79ee4460a" /><Relationship Type="http://schemas.openxmlformats.org/officeDocument/2006/relationships/image" Target="/ppt/media/image15.png" Id="Re8f8abf32fab4a13" /><Relationship Type="http://schemas.openxmlformats.org/officeDocument/2006/relationships/image" Target="/ppt/media/image16.png" Id="Rba2c271001324103" /><Relationship Type="http://schemas.openxmlformats.org/officeDocument/2006/relationships/image" Target="/ppt/media/image17.png" Id="R940c0ebc94b34129" /><Relationship Type="http://schemas.openxmlformats.org/officeDocument/2006/relationships/notesSlide" Target="/ppt/notesSlides/notesSlide11.xml" Id="R87d24c5e18f74fa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380ccb0ab941b6" /><Relationship Type="http://schemas.openxmlformats.org/officeDocument/2006/relationships/notesSlide" Target="/ppt/notesSlides/notesSlide12.xml" Id="R1db61ef41f504e5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91de13913d450e" /><Relationship Type="http://schemas.openxmlformats.org/officeDocument/2006/relationships/notesSlide" Target="/ppt/notesSlides/notesSlide13.xml" Id="Rfad8c13258e044c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978c51bbfb45ed" /><Relationship Type="http://schemas.openxmlformats.org/officeDocument/2006/relationships/notesSlide" Target="/ppt/notesSlides/notesSlide14.xml" Id="Rae9f7a721fd3473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b837b0a94448cd" /><Relationship Type="http://schemas.openxmlformats.org/officeDocument/2006/relationships/notesSlide" Target="/ppt/notesSlides/notesSlide15.xml" Id="Rdd5f9f74c96d49c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283063dfde4ca4" /><Relationship Type="http://schemas.openxmlformats.org/officeDocument/2006/relationships/notesSlide" Target="/ppt/notesSlides/notesSlide16.xml" Id="R3a6f1cc15ce54bd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18a2d30de742b9" /><Relationship Type="http://schemas.openxmlformats.org/officeDocument/2006/relationships/image" Target="/ppt/media/image18.png" Id="R0d9b3f4c2e454f4e" /><Relationship Type="http://schemas.openxmlformats.org/officeDocument/2006/relationships/notesSlide" Target="/ppt/notesSlides/notesSlide17.xml" Id="R11c40a6d65f1423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f6aaccf7284f04" /><Relationship Type="http://schemas.openxmlformats.org/officeDocument/2006/relationships/notesSlide" Target="/ppt/notesSlides/notesSlide18.xml" Id="R21adb515eddd4d9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ae1c6be8e848d1" /><Relationship Type="http://schemas.openxmlformats.org/officeDocument/2006/relationships/image" Target="/ppt/media/image19.png" Id="Ree1104e0bc5f4176" /><Relationship Type="http://schemas.openxmlformats.org/officeDocument/2006/relationships/notesSlide" Target="/ppt/notesSlides/notesSlide19.xml" Id="Rb4bd749fbbe4431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d49f8d9fa544e8" /><Relationship Type="http://schemas.openxmlformats.org/officeDocument/2006/relationships/image" Target="/ppt/media/image20.png" Id="R323a934578a54768" /><Relationship Type="http://schemas.openxmlformats.org/officeDocument/2006/relationships/image" Target="/ppt/media/image21.png" Id="R44d97e4f29f94433" /><Relationship Type="http://schemas.openxmlformats.org/officeDocument/2006/relationships/image" Target="/ppt/media/image22.png" Id="R9e3ecdbc27874847" /><Relationship Type="http://schemas.openxmlformats.org/officeDocument/2006/relationships/image" Target="/ppt/media/image23.png" Id="Rd67e0354f6cb441e" /><Relationship Type="http://schemas.openxmlformats.org/officeDocument/2006/relationships/image" Target="/ppt/media/image24.png" Id="R753ea22977534d1e" /><Relationship Type="http://schemas.openxmlformats.org/officeDocument/2006/relationships/image" Target="/ppt/media/image25.png" Id="R2ccbfcc714de4693" /><Relationship Type="http://schemas.openxmlformats.org/officeDocument/2006/relationships/image" Target="/ppt/media/image26.png" Id="R2ed773d063da45fe" /><Relationship Type="http://schemas.openxmlformats.org/officeDocument/2006/relationships/image" Target="/ppt/media/image27.png" Id="R8b532792ea204a5d" /><Relationship Type="http://schemas.openxmlformats.org/officeDocument/2006/relationships/notesSlide" Target="/ppt/notesSlides/notesSlide20.xml" Id="Rd993d1c9507e4e0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71ac110abc4fae" /><Relationship Type="http://schemas.openxmlformats.org/officeDocument/2006/relationships/notesSlide" Target="/ppt/notesSlides/notesSlide21.xml" Id="R32e0bcb79a2942e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9bd3f85ba3474f" /><Relationship Type="http://schemas.openxmlformats.org/officeDocument/2006/relationships/image" Target="/ppt/media/image28.png" Id="R4cae0cae874747ba" /><Relationship Type="http://schemas.openxmlformats.org/officeDocument/2006/relationships/notesSlide" Target="/ppt/notesSlides/notesSlide22.xml" Id="R683903daa05d482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46772ef6e74f3f" /><Relationship Type="http://schemas.openxmlformats.org/officeDocument/2006/relationships/image" Target="/ppt/media/image29.png" Id="R3f7921c7f1684760" /><Relationship Type="http://schemas.openxmlformats.org/officeDocument/2006/relationships/image" Target="/ppt/media/image30.png" Id="Ra2f21228723142a1" /><Relationship Type="http://schemas.openxmlformats.org/officeDocument/2006/relationships/image" Target="/ppt/media/image31.png" Id="R6dd3e74309584670" /><Relationship Type="http://schemas.openxmlformats.org/officeDocument/2006/relationships/notesSlide" Target="/ppt/notesSlides/notesSlide23.xml" Id="Rfb1c8a5c208c4c6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116f9389cf41f9" /><Relationship Type="http://schemas.openxmlformats.org/officeDocument/2006/relationships/image" Target="/ppt/media/image32.png" Id="Rb1e4714d6c9b49f4" /><Relationship Type="http://schemas.openxmlformats.org/officeDocument/2006/relationships/notesSlide" Target="/ppt/notesSlides/notesSlide24.xml" Id="R2d2df017f2f24050" /></Relationships>
</file>

<file path=ppt/slides/slide1.xml><?xml version="1.0" encoding="utf-8"?>
<p:sld xmlns:a="http://schemas.openxmlformats.org/drawingml/2006/main" xmlns:ns3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8" name=""/>
          <p:cNvPicPr>
            <a:picLocks noChangeAspect="1"/>
          </p:cNvPicPr>
          <p:nvPr/>
        </p:nvPicPr>
        <p:blipFill>
          <a:blip r:embed="Rb1ba2de7b74e4fe8"/>
          <a:stretch/>
        </p:blipFill>
        <p:spPr>
          <a:xfrm>
            <a:off x="1847850" y="1659561"/>
            <a:ext cx="8496300" cy="2814977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27E76038-F404-43B2-A7CC-187396396503}"/>
              </a:ext>
            </a:extLst>
          </p:cNvPr>
          <p:cNvSpPr>
            <a:spLocks noGrp="1"/>
          </p:cNvSpPr>
          <p:nvPr/>
        </p:nvSpPr>
        <p:spPr>
          <a:xfrm>
            <a:off x="6858000" y="4762500"/>
            <a:ext cx="34861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r" rtl="1">
              <a:lnSpc>
                <a:spcPct val="105000"/>
              </a:lnSpc>
              <a:buNone/>
              <a:defRPr sz="2100" b="1" lang="ar-SA">
                <a:solidFill>
                  <a:srgbClr val="FFFFFF"/>
                </a:solidFill>
                <a:latin typeface="thmanyah sans"/>
                <a:ea typeface="thmanyah sans"/>
                <a:cs typeface="thmanyah sans"/>
              </a:defRPr>
            </a:pPr>
            <a:r>
              <a:rPr sz="2100" b="1" lang="ar-SA">
                <a:solidFill>
                  <a:srgbClr val="FFFFFF"/>
                </a:solidFill>
                <a:latin typeface="thmanyah sans"/>
                <a:ea typeface="thmanyah sans"/>
                <a:cs typeface="thmanyah sans"/>
              </a:rPr>
              <a:t>دليل الهوية البصرية</a:t>
            </a:r>
          </a:p>
        </p:txBody>
      </p:sp>
      <p:sp>
        <p:nvSpPr>
          <p:cNvPr id="3" name="">
            <a:extLst>
              <a:ext uri="{FF2B5EF4-FFF2-40B4-BE49-F238E27FC236}">
                <ns3:creationId id="{07A12230-C042-4276-A115-E40004804A87}"/>
              </a:ext>
            </a:extLst>
          </p:cNvPr>
          <p:cNvSpPr>
            <a:spLocks noGrp="1"/>
          </p:cNvSpPr>
          <p:nvPr/>
        </p:nvSpPr>
        <p:spPr>
          <a:xfrm>
            <a:off x="9086850" y="5314950"/>
            <a:ext cx="12573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r" rtl="1">
              <a:lnSpc>
                <a:spcPct val="105000"/>
              </a:lnSpc>
              <a:buNone/>
              <a:defRPr sz="1200" b="0" lang="ar-SA">
                <a:solidFill>
                  <a:srgbClr val="FFFFFF">
                    <a:alpha val="80000"/>
                  </a:srgbClr>
                </a:solidFill>
                <a:latin typeface="thmanyah sans"/>
                <a:ea typeface="thmanyah sans"/>
                <a:cs typeface="thmanyah sans"/>
              </a:defRPr>
            </a:pPr>
            <a:r>
              <a:rPr sz="1200" b="0" lang="ar-SA">
                <a:solidFill>
                  <a:srgbClr val="FFFFFF">
                    <a:alpha val="80000"/>
                  </a:srgbClr>
                </a:solidFill>
                <a:latin typeface="thmanyah sans"/>
                <a:ea typeface="thmanyah sans"/>
                <a:cs typeface="thmanyah sans"/>
              </a:rPr>
              <a:t>الإصدار</a:t>
            </a:r>
          </a:p>
        </p:txBody>
      </p:sp>
      <p:sp>
        <p:nvSpPr>
          <p:cNvPr id="4" name="">
            <a:extLst>
              <a:ext uri="{FF2B5EF4-FFF2-40B4-BE49-F238E27FC236}">
                <ns3:creationId id="{E5735794-B2AA-4405-9E5E-ED2E255AED94}"/>
              </a:ext>
            </a:extLst>
          </p:cNvPr>
          <p:cNvSpPr>
            <a:spLocks noGrp="1"/>
          </p:cNvSpPr>
          <p:nvPr/>
        </p:nvSpPr>
        <p:spPr>
          <a:xfrm>
            <a:off x="8420100" y="5314950"/>
            <a:ext cx="6096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rmAutofit fontScale="100000"/>
          </a:bodyPr>
          <a:lstStyle/>
          <a:p>
            <a:pPr algn="ctr">
              <a:lnSpc>
                <a:spcPct val="105000"/>
              </a:lnSpc>
              <a:buNone/>
              <a:defRPr sz="1200" b="0">
                <a:solidFill>
                  <a:srgbClr val="FFFFFF">
                    <a:alpha val="80000"/>
                  </a:srgbClr>
                </a:solidFill>
                <a:latin typeface="thmanyah sans"/>
                <a:ea typeface="thmanyah sans"/>
                <a:cs typeface="thmanyah sans"/>
              </a:defRPr>
            </a:pPr>
            <a:r>
              <a:rPr sz="1200" b="0">
                <a:solidFill>
                  <a:srgbClr val="FFFFFF">
                    <a:alpha val="80000"/>
                  </a:srgbClr>
                </a:solidFill>
                <a:latin typeface="thmanyah sans"/>
                <a:ea typeface="thmanyah sans"/>
                <a:cs typeface="thmanyah sans"/>
              </a:rPr>
              <a:t>1.1</a:t>
            </a:r>
          </a:p>
        </p:txBody>
      </p:sp>
      <p:sp>
        <p:nvSpPr>
          <p:cNvPr id="5" name="">
            <a:extLst>
              <a:ext uri="{FF2B5EF4-FFF2-40B4-BE49-F238E27FC236}">
                <ns3:creationId id="{CA572B47-7E4C-4224-A0B6-EFE37DF92E24}"/>
              </a:ext>
            </a:extLst>
          </p:cNvPr>
          <p:cNvSpPr>
            <a:spLocks noGrp="1"/>
          </p:cNvSpPr>
          <p:nvPr/>
        </p:nvSpPr>
        <p:spPr>
          <a:xfrm>
            <a:off x="7448550" y="5314950"/>
            <a:ext cx="8953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ctr" rtl="1">
              <a:lnSpc>
                <a:spcPct val="105000"/>
              </a:lnSpc>
              <a:buNone/>
              <a:defRPr sz="1200" b="0" lang="ar-SA">
                <a:solidFill>
                  <a:srgbClr val="FFFFFF">
                    <a:alpha val="80000"/>
                  </a:srgbClr>
                </a:solidFill>
                <a:latin typeface="thmanyah sans"/>
                <a:ea typeface="thmanyah sans"/>
                <a:cs typeface="thmanyah sans"/>
              </a:defRPr>
            </a:pPr>
            <a:r>
              <a:rPr sz="1200" b="0" lang="ar-SA">
                <a:solidFill>
                  <a:srgbClr val="FFFFFF">
                    <a:alpha val="80000"/>
                  </a:srgbClr>
                </a:solidFill>
                <a:latin typeface="thmanyah sans"/>
                <a:ea typeface="thmanyah sans"/>
                <a:cs typeface="thmanyah sans"/>
              </a:rPr>
              <a:t>سبتمبر</a:t>
            </a:r>
          </a:p>
        </p:txBody>
      </p:sp>
      <p:sp>
        <p:nvSpPr>
          <p:cNvPr id="6" name="">
            <a:extLst>
              <a:ext uri="{FF2B5EF4-FFF2-40B4-BE49-F238E27FC236}">
                <ns3:creationId id="{8F6A7879-8589-4891-B4AC-165426766D99}"/>
              </a:ext>
            </a:extLst>
          </p:cNvPr>
          <p:cNvSpPr>
            <a:spLocks noGrp="1"/>
          </p:cNvSpPr>
          <p:nvPr/>
        </p:nvSpPr>
        <p:spPr>
          <a:xfrm>
            <a:off x="6858000" y="5314950"/>
            <a:ext cx="5905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rmAutofit fontScale="100000"/>
          </a:bodyPr>
          <a:lstStyle/>
          <a:p>
            <a:pPr algn="ctr">
              <a:lnSpc>
                <a:spcPct val="105000"/>
              </a:lnSpc>
              <a:buNone/>
              <a:defRPr sz="1200" b="0">
                <a:solidFill>
                  <a:srgbClr val="FFFFFF">
                    <a:alpha val="80000"/>
                  </a:srgbClr>
                </a:solidFill>
                <a:latin typeface="thmanyah sans"/>
                <a:ea typeface="thmanyah sans"/>
                <a:cs typeface="thmanyah sans"/>
              </a:defRPr>
            </a:pPr>
            <a:r>
              <a:rPr sz="1200" b="0">
                <a:solidFill>
                  <a:srgbClr val="FFFFFF">
                    <a:alpha val="80000"/>
                  </a:srgbClr>
                </a:solidFill>
                <a:latin typeface="thmanyah sans"/>
                <a:ea typeface="thmanyah sans"/>
                <a:cs typeface="thmanyah sans"/>
              </a:rPr>
              <a:t>2026</a:t>
            </a:r>
          </a:p>
        </p:txBody>
      </p:sp>
      <p:pic>
        <p:nvPicPr>
          <p:cNvPr id="14" name=""/>
          <p:cNvPicPr>
            <a:picLocks noChangeAspect="1"/>
          </p:cNvPicPr>
          <p:nvPr/>
        </p:nvPicPr>
        <p:blipFill>
          <a:blip r:embed="Rc1a0cb4e455348b5"/>
          <a:stretch/>
        </p:blipFill>
        <p:spPr>
          <a:xfrm>
            <a:off x="647700" y="531965"/>
            <a:ext cx="514350" cy="479121"/>
          </a:xfrm>
          <a:prstGeom prst="rect">
            <a:avLst/>
          </a:prstGeom>
        </p:spPr>
      </p:pic>
    </p:spTree>
    <p:extLst>
      <p:ext uri="{BB962C8B-B14F-4D97-AF65-F5344CB8AC3E}">
        <p14:creationId val="519158739"/>
      </p:ext>
    </p:extLst>
  </p:cSld>
</p:sld>
</file>

<file path=ppt/slides/slide2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0" name="">
            <a:extLst>
              <a:ext uri="{FF2B5EF4-FFF2-40B4-BE49-F238E27FC236}">
                <ns2:creationId id="{1D99352C-8347-46CD-AE37-45DD198C55B7}"/>
              </a:ext>
            </a:extLst>
          </p:cNvPr>
          <p:cNvSpPr>
            <a:spLocks noGrp="1"/>
          </p:cNvSpPr>
          <p:nvPr/>
        </p:nvSpPr>
        <p:spPr>
          <a:xfrm>
            <a:off x="6286500" y="400050"/>
            <a:ext cx="53911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r" rtl="1">
              <a:lnSpc>
                <a:spcPct val="105000"/>
              </a:lnSpc>
              <a:buNone/>
              <a:defRPr sz="2625" b="1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defRPr>
            </a:pPr>
            <a:r>
              <a:rPr sz="2625" b="1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rPr>
              <a:t>وظيفة الدليل</a:t>
            </a:r>
          </a:p>
        </p:txBody>
      </p:sp>
      <p:sp>
        <p:nvSpPr>
          <p:cNvPr id="2" name="">
            <a:extLst>
              <a:ext uri="{FF2B5EF4-FFF2-40B4-BE49-F238E27FC236}">
                <ns2:creationId id="{6B7F8EC4-73AB-47FA-8A71-70C584DCA801}"/>
              </a:ext>
            </a:extLst>
          </p:cNvPr>
          <p:cNvSpPr>
            <a:spLocks noGrp="1"/>
          </p:cNvSpPr>
          <p:nvPr/>
        </p:nvSpPr>
        <p:spPr>
          <a:xfrm>
            <a:off x="514350" y="1143000"/>
            <a:ext cx="11163300" cy="0"/>
          </a:xfrm>
          <a:prstGeom prst="line">
            <a:avLst/>
          </a:prstGeom>
          <a:noFill/>
          <a:ln w="9525">
            <a:solidFill>
              <a:srgbClr val="D9DEE8"/>
            </a:solidFill>
            <a:prstDash val="solid"/>
          </a:ln>
        </p:spPr>
      </p:sp>
      <p:sp>
        <p:nvSpPr>
          <p:cNvPr id="3" name="">
            <a:extLst>
              <a:ext uri="{FF2B5EF4-FFF2-40B4-BE49-F238E27FC236}">
                <ns2:creationId id="{BE1BC202-26C7-4331-BC48-7787951F5592}"/>
              </a:ext>
            </a:extLst>
          </p:cNvPr>
          <p:cNvSpPr>
            <a:spLocks noGrp="1"/>
          </p:cNvSpPr>
          <p:nvPr/>
        </p:nvSpPr>
        <p:spPr>
          <a:xfrm>
            <a:off x="514350" y="6343650"/>
            <a:ext cx="5238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rmAutofit fontScale="97680"/>
          </a:bodyPr>
          <a:lstStyle/>
          <a:p>
            <a:pPr algn="l">
              <a:lnSpc>
                <a:spcPct val="105000"/>
              </a:lnSpc>
              <a:buNone/>
              <a:defRPr sz="975" b="0">
                <a:solidFill>
                  <a:srgbClr val="566072"/>
                </a:solidFill>
                <a:latin typeface="thmanyah sans"/>
                <a:ea typeface="thmanyah sans"/>
                <a:cs typeface="thmanyah sans"/>
              </a:defRPr>
            </a:pPr>
            <a:r>
              <a:rPr sz="975" b="0">
                <a:solidFill>
                  <a:srgbClr val="566072"/>
                </a:solidFill>
                <a:latin typeface="thmanyah sans"/>
                <a:ea typeface="thmanyah sans"/>
                <a:cs typeface="thmanyah sans"/>
              </a:rPr>
              <a:t>02</a:t>
            </a:r>
          </a:p>
        </p:txBody>
      </p:sp>
      <p:sp>
        <p:nvSpPr>
          <p:cNvPr id="4" name="">
            <a:extLst>
              <a:ext uri="{FF2B5EF4-FFF2-40B4-BE49-F238E27FC236}">
                <ns2:creationId id="{A1FBC01A-1042-4917-B3F2-5D6CA572B75B}"/>
              </a:ext>
            </a:extLst>
          </p:cNvPr>
          <p:cNvSpPr>
            <a:spLocks noGrp="1"/>
          </p:cNvSpPr>
          <p:nvPr/>
        </p:nvSpPr>
        <p:spPr>
          <a:xfrm>
            <a:off x="8763000" y="6343650"/>
            <a:ext cx="2914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97680"/>
          </a:bodyPr>
          <a:lstStyle/>
          <a:p>
            <a:pPr algn="r" rtl="1">
              <a:lnSpc>
                <a:spcPct val="105000"/>
              </a:lnSpc>
              <a:buNone/>
              <a:defRPr sz="975" b="0" lang="ar-SA">
                <a:solidFill>
                  <a:srgbClr val="566072"/>
                </a:solidFill>
                <a:latin typeface="thmanyah sans"/>
                <a:ea typeface="thmanyah sans"/>
                <a:cs typeface="thmanyah sans"/>
              </a:defRPr>
            </a:pPr>
            <a:r>
              <a:rPr sz="975" b="0" lang="ar-SA">
                <a:solidFill>
                  <a:srgbClr val="566072"/>
                </a:solidFill>
                <a:latin typeface="thmanyah sans"/>
                <a:ea typeface="thmanyah sans"/>
                <a:cs typeface="thmanyah sans"/>
              </a:rPr>
              <a:t>دليل الهوية البصرية لجداول</a:t>
            </a:r>
          </a:p>
        </p:txBody>
      </p:sp>
      <p:sp>
        <p:nvSpPr>
          <p:cNvPr id="5" name="">
            <a:extLst>
              <a:ext uri="{FF2B5EF4-FFF2-40B4-BE49-F238E27FC236}">
                <ns2:creationId id="{F1282151-D6DE-45A0-908C-DDED7D546B9B}"/>
              </a:ext>
            </a:extLst>
          </p:cNvPr>
          <p:cNvSpPr>
            <a:spLocks noGrp="1"/>
          </p:cNvSpPr>
          <p:nvPr/>
        </p:nvSpPr>
        <p:spPr>
          <a:xfrm>
            <a:off x="5905500" y="1485900"/>
            <a:ext cx="577215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r" rtl="1">
              <a:lnSpc>
                <a:spcPct val="105000"/>
              </a:lnSpc>
              <a:buNone/>
              <a:defRPr sz="2325" b="1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defRPr>
            </a:pPr>
            <a:r>
              <a:rPr sz="2325" b="1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rPr>
              <a:t>مرجع واحد يحافظ على اتساق العلامة في المنتج والاتصال المؤسسي</a:t>
            </a:r>
          </a:p>
        </p:txBody>
      </p:sp>
      <p:sp>
        <p:nvSpPr>
          <p:cNvPr id="6" name="">
            <a:extLst>
              <a:ext uri="{FF2B5EF4-FFF2-40B4-BE49-F238E27FC236}">
                <ns2:creationId id="{C3092F24-A35F-4850-834B-ADD20EAEAD3B}"/>
              </a:ext>
            </a:extLst>
          </p:cNvPr>
          <p:cNvSpPr>
            <a:spLocks noGrp="1"/>
          </p:cNvSpPr>
          <p:nvPr/>
        </p:nvSpPr>
        <p:spPr>
          <a:xfrm>
            <a:off x="6115050" y="2647950"/>
            <a:ext cx="5562600" cy="23812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38100" anchor="t" rtlCol="1">
            <a:normAutofit fontScale="100000"/>
          </a:bodyPr>
          <a:lstStyle/>
          <a:p>
            <a:pPr marL="279400" indent="-152400" algn="r" rtl="1">
              <a:lnSpc>
                <a:spcPct val="108000"/>
              </a:lnSpc>
              <a:spcAft>
                <a:spcPts val="500"/>
              </a:spcAft>
              <a:buNone/>
              <a:defRPr sz="1650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defRPr>
            </a:pPr>
            <a:r>
              <a:rPr sz="1650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rPr>
              <a:t>يحدد الاستخدام الصحيح للشعار ومساحاته وأحجامه.</a:t>
            </a:r>
          </a:p>
          <a:p>
            <a:pPr marL="279400" indent="-152400" algn="r" rtl="1">
              <a:lnSpc>
                <a:spcPct val="108000"/>
              </a:lnSpc>
              <a:spcAft>
                <a:spcPts val="500"/>
              </a:spcAft>
              <a:buNone/>
              <a:defRPr sz="1650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defRPr>
            </a:pPr>
            <a:r>
              <a:rPr sz="1650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rPr>
              <a:t>يوحّد الألوان والخطوط والتخطيط عبر العربية والإنجليزية.</a:t>
            </a:r>
          </a:p>
          <a:p>
            <a:pPr marL="279400" indent="-152400" algn="r" rtl="1">
              <a:lnSpc>
                <a:spcPct val="108000"/>
              </a:lnSpc>
              <a:spcAft>
                <a:spcPts val="500"/>
              </a:spcAft>
              <a:buNone/>
              <a:defRPr sz="1650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defRPr>
            </a:pPr>
            <a:r>
              <a:rPr sz="1650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rPr>
              <a:t>يترجم شخصية جداول إلى واجهات ومستندات وعروض قابلة للتوسع.</a:t>
            </a:r>
          </a:p>
          <a:p>
            <a:pPr marL="279400" indent="-152400" algn="r" rtl="1">
              <a:lnSpc>
                <a:spcPct val="108000"/>
              </a:lnSpc>
              <a:spcAft>
                <a:spcPts val="500"/>
              </a:spcAft>
              <a:buNone/>
              <a:defRPr sz="1650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defRPr>
            </a:pPr>
            <a:r>
              <a:rPr sz="1650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rPr>
              <a:t>يفصل الأصول المعتمدة عن العناصر التي تحتاج اعتمادًا لاحقًا.</a:t>
            </a:r>
          </a:p>
        </p:txBody>
      </p:sp>
      <p:sp>
        <p:nvSpPr>
          <p:cNvPr id="7" name="">
            <a:extLst>
              <a:ext uri="{FF2B5EF4-FFF2-40B4-BE49-F238E27FC236}">
                <ns2:creationId id="{2E7CC0FB-2025-40D0-9455-89E638203388}"/>
              </a:ext>
            </a:extLst>
          </p:cNvPr>
          <p:cNvSpPr>
            <a:spLocks noGrp="1"/>
          </p:cNvSpPr>
          <p:nvPr/>
        </p:nvSpPr>
        <p:spPr>
          <a:xfrm>
            <a:off x="514350" y="1504950"/>
            <a:ext cx="4286250" cy="3886200"/>
          </a:xfrm>
          <a:prstGeom prst="roundRect">
            <a:avLst>
              <a:gd name="adj" fmla="val 6373"/>
            </a:avLst>
          </a:prstGeom>
          <a:solidFill>
            <a:srgbClr val="0B0F19"/>
          </a:solidFill>
          <a:ln w="0">
            <a:noFill/>
          </a:ln>
        </p:spPr>
      </p:sp>
      <p:pic>
        <p:nvPicPr>
          <p:cNvPr id="17" name=""/>
          <p:cNvPicPr>
            <a:picLocks noChangeAspect="1"/>
          </p:cNvPicPr>
          <p:nvPr/>
        </p:nvPicPr>
        <p:blipFill>
          <a:blip r:embed="Rab8f32cc20be4631"/>
          <a:stretch/>
        </p:blipFill>
        <p:spPr>
          <a:xfrm>
            <a:off x="895350" y="2483226"/>
            <a:ext cx="3524250" cy="1167648"/>
          </a:xfrm>
          <a:prstGeom prst="rect">
            <a:avLst/>
          </a:prstGeom>
        </p:spPr>
      </p:pic>
      <p:sp>
        <p:nvSpPr>
          <p:cNvPr id="9" name="">
            <a:extLst>
              <a:ext uri="{FF2B5EF4-FFF2-40B4-BE49-F238E27FC236}">
                <ns2:creationId id="{D879F590-CC87-4A98-B997-9C2D739B8BF8}"/>
              </a:ext>
            </a:extLst>
          </p:cNvPr>
          <p:cNvSpPr>
            <a:spLocks noGrp="1"/>
          </p:cNvSpPr>
          <p:nvPr/>
        </p:nvSpPr>
        <p:spPr>
          <a:xfrm>
            <a:off x="838200" y="4019550"/>
            <a:ext cx="3581400" cy="8191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ctr" rtl="1">
              <a:lnSpc>
                <a:spcPct val="105000"/>
              </a:lnSpc>
              <a:buNone/>
              <a:defRPr sz="1725" b="1" lang="ar-SA">
                <a:solidFill>
                  <a:srgbClr val="FFFFFF"/>
                </a:solidFill>
                <a:latin typeface="thmanyah sans"/>
                <a:ea typeface="thmanyah sans"/>
                <a:cs typeface="thmanyah sans"/>
              </a:defRPr>
            </a:pPr>
            <a:r>
              <a:rPr sz="1725" b="1" lang="ar-SA">
                <a:solidFill>
                  <a:srgbClr val="FFFFFF"/>
                </a:solidFill>
                <a:latin typeface="thmanyah sans"/>
                <a:ea typeface="thmanyah sans"/>
                <a:cs typeface="thmanyah sans"/>
              </a:rPr>
              <a:t>العربية أولًا</a:t>
            </a:r>
          </a:p>
          <a:p>
            <a:pPr algn="ctr" rtl="1">
              <a:lnSpc>
                <a:spcPct val="105000"/>
              </a:lnSpc>
              <a:buNone/>
              <a:defRPr sz="1725" b="1" lang="ar-SA">
                <a:solidFill>
                  <a:srgbClr val="FFFFFF"/>
                </a:solidFill>
                <a:latin typeface="thmanyah sans"/>
                <a:ea typeface="thmanyah sans"/>
                <a:cs typeface="thmanyah sans"/>
              </a:defRPr>
            </a:pPr>
            <a:r>
              <a:rPr sz="1725" b="1" lang="ar-SA">
                <a:solidFill>
                  <a:srgbClr val="FFFFFF"/>
                </a:solidFill>
                <a:latin typeface="thmanyah sans"/>
                <a:ea typeface="thmanyah sans"/>
                <a:cs typeface="thmanyah sans"/>
              </a:rPr>
              <a:t>والإنجليزية مساندة</a:t>
            </a:r>
          </a:p>
        </p:txBody>
      </p:sp>
    </p:spTree>
    <p:extLst>
      <p:ext uri="{BB962C8B-B14F-4D97-AF65-F5344CB8AC3E}">
        <p14:creationId val="2143625042"/>
      </p:ext>
    </p:extLst>
  </p:cSld>
</p:sld>
</file>

<file path=ppt/slides/slide3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8" name="">
            <a:extLst>
              <a:ext uri="{FF2B5EF4-FFF2-40B4-BE49-F238E27FC236}">
                <ns2:creationId id="{B5B27339-26BE-416E-9FD5-F2CA38222022}"/>
              </a:ext>
            </a:extLst>
          </p:cNvPr>
          <p:cNvSpPr>
            <a:spLocks noGrp="1"/>
          </p:cNvSpPr>
          <p:nvPr/>
        </p:nvSpPr>
        <p:spPr>
          <a:xfrm>
            <a:off x="6286500" y="400050"/>
            <a:ext cx="53911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r" rtl="1">
              <a:lnSpc>
                <a:spcPct val="105000"/>
              </a:lnSpc>
              <a:buNone/>
              <a:defRPr sz="2625" b="1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defRPr>
            </a:pPr>
            <a:r>
              <a:rPr sz="2625" b="1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rPr>
              <a:t>أساس العلامة</a:t>
            </a:r>
          </a:p>
        </p:txBody>
      </p:sp>
      <p:sp>
        <p:nvSpPr>
          <p:cNvPr id="2" name="">
            <a:extLst>
              <a:ext uri="{FF2B5EF4-FFF2-40B4-BE49-F238E27FC236}">
                <ns2:creationId id="{A4E297C5-52C9-4010-8840-7BE1E244E70D}"/>
              </a:ext>
            </a:extLst>
          </p:cNvPr>
          <p:cNvSpPr>
            <a:spLocks noGrp="1"/>
          </p:cNvSpPr>
          <p:nvPr/>
        </p:nvSpPr>
        <p:spPr>
          <a:xfrm>
            <a:off x="514350" y="1143000"/>
            <a:ext cx="11163300" cy="0"/>
          </a:xfrm>
          <a:prstGeom prst="line">
            <a:avLst/>
          </a:prstGeom>
          <a:noFill/>
          <a:ln w="9525">
            <a:solidFill>
              <a:srgbClr val="D9DEE8"/>
            </a:solidFill>
            <a:prstDash val="solid"/>
          </a:ln>
        </p:spPr>
      </p:sp>
      <p:sp>
        <p:nvSpPr>
          <p:cNvPr id="3" name="">
            <a:extLst>
              <a:ext uri="{FF2B5EF4-FFF2-40B4-BE49-F238E27FC236}">
                <ns2:creationId id="{42C5BAB4-F46C-4F67-9ADE-296B2BCF0EE0}"/>
              </a:ext>
            </a:extLst>
          </p:cNvPr>
          <p:cNvSpPr>
            <a:spLocks noGrp="1"/>
          </p:cNvSpPr>
          <p:nvPr/>
        </p:nvSpPr>
        <p:spPr>
          <a:xfrm>
            <a:off x="514350" y="6343650"/>
            <a:ext cx="5238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rmAutofit fontScale="97680"/>
          </a:bodyPr>
          <a:lstStyle/>
          <a:p>
            <a:pPr algn="l">
              <a:lnSpc>
                <a:spcPct val="105000"/>
              </a:lnSpc>
              <a:buNone/>
              <a:defRPr sz="975" b="0">
                <a:solidFill>
                  <a:srgbClr val="566072"/>
                </a:solidFill>
                <a:latin typeface="thmanyah sans"/>
                <a:ea typeface="thmanyah sans"/>
                <a:cs typeface="thmanyah sans"/>
              </a:defRPr>
            </a:pPr>
            <a:r>
              <a:rPr sz="975" b="0">
                <a:solidFill>
                  <a:srgbClr val="566072"/>
                </a:solidFill>
                <a:latin typeface="thmanyah sans"/>
                <a:ea typeface="thmanyah sans"/>
                <a:cs typeface="thmanyah sans"/>
              </a:rPr>
              <a:t>03</a:t>
            </a:r>
          </a:p>
        </p:txBody>
      </p:sp>
      <p:sp>
        <p:nvSpPr>
          <p:cNvPr id="4" name="">
            <a:extLst>
              <a:ext uri="{FF2B5EF4-FFF2-40B4-BE49-F238E27FC236}">
                <ns2:creationId id="{34ECF312-630A-43E7-8011-2E2A8DAA00D3}"/>
              </a:ext>
            </a:extLst>
          </p:cNvPr>
          <p:cNvSpPr>
            <a:spLocks noGrp="1"/>
          </p:cNvSpPr>
          <p:nvPr/>
        </p:nvSpPr>
        <p:spPr>
          <a:xfrm>
            <a:off x="8763000" y="6343650"/>
            <a:ext cx="2914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97680"/>
          </a:bodyPr>
          <a:lstStyle/>
          <a:p>
            <a:pPr algn="r" rtl="1">
              <a:lnSpc>
                <a:spcPct val="105000"/>
              </a:lnSpc>
              <a:buNone/>
              <a:defRPr sz="975" b="0" lang="ar-SA">
                <a:solidFill>
                  <a:srgbClr val="566072"/>
                </a:solidFill>
                <a:latin typeface="thmanyah sans"/>
                <a:ea typeface="thmanyah sans"/>
                <a:cs typeface="thmanyah sans"/>
              </a:defRPr>
            </a:pPr>
            <a:r>
              <a:rPr sz="975" b="0" lang="ar-SA">
                <a:solidFill>
                  <a:srgbClr val="566072"/>
                </a:solidFill>
                <a:latin typeface="thmanyah sans"/>
                <a:ea typeface="thmanyah sans"/>
                <a:cs typeface="thmanyah sans"/>
              </a:rPr>
              <a:t>دليل الهوية البصرية لجداول</a:t>
            </a:r>
          </a:p>
        </p:txBody>
      </p:sp>
      <p:sp>
        <p:nvSpPr>
          <p:cNvPr id="5" name="">
            <a:extLst>
              <a:ext uri="{FF2B5EF4-FFF2-40B4-BE49-F238E27FC236}">
                <ns2:creationId id="{CE0048F5-D738-4667-8273-A248C002AE04}"/>
              </a:ext>
            </a:extLst>
          </p:cNvPr>
          <p:cNvSpPr>
            <a:spLocks noGrp="1"/>
          </p:cNvSpPr>
          <p:nvPr/>
        </p:nvSpPr>
        <p:spPr>
          <a:xfrm>
            <a:off x="9696450" y="1485900"/>
            <a:ext cx="19812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r" rtl="1">
              <a:lnSpc>
                <a:spcPct val="105000"/>
              </a:lnSpc>
              <a:buNone/>
              <a:defRPr sz="1425" b="1" lang="ar-SA">
                <a:solidFill>
                  <a:srgbClr val="0059FC"/>
                </a:solidFill>
                <a:latin typeface="thmanyah sans"/>
                <a:ea typeface="thmanyah sans"/>
                <a:cs typeface="thmanyah sans"/>
              </a:defRPr>
            </a:pPr>
            <a:r>
              <a:rPr sz="1425" b="1" lang="ar-SA">
                <a:solidFill>
                  <a:srgbClr val="0059FC"/>
                </a:solidFill>
                <a:latin typeface="thmanyah sans"/>
                <a:ea typeface="thmanyah sans"/>
                <a:cs typeface="thmanyah sans"/>
              </a:rPr>
              <a:t>التموضع</a:t>
            </a:r>
          </a:p>
        </p:txBody>
      </p:sp>
      <p:sp>
        <p:nvSpPr>
          <p:cNvPr id="6" name="">
            <a:extLst>
              <a:ext uri="{FF2B5EF4-FFF2-40B4-BE49-F238E27FC236}">
                <ns2:creationId id="{65A16513-AD32-417F-A735-A7199DAE5A1A}"/>
              </a:ext>
            </a:extLst>
          </p:cNvPr>
          <p:cNvSpPr>
            <a:spLocks noGrp="1"/>
          </p:cNvSpPr>
          <p:nvPr/>
        </p:nvSpPr>
        <p:spPr>
          <a:xfrm>
            <a:off x="5619750" y="1866900"/>
            <a:ext cx="6057900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r" rtl="1">
              <a:lnSpc>
                <a:spcPct val="105000"/>
              </a:lnSpc>
              <a:buNone/>
              <a:defRPr sz="2175" b="1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defRPr>
            </a:pPr>
            <a:r>
              <a:rPr sz="2175" b="1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rPr>
              <a:t>الطريق الموثوق والبسيط لتحويل البيانات المتفرقة إلى أنظمة عمل تبنيها الفرق بنفسها</a:t>
            </a:r>
          </a:p>
        </p:txBody>
      </p:sp>
      <p:sp>
        <p:nvSpPr>
          <p:cNvPr id="7" name="">
            <a:extLst>
              <a:ext uri="{FF2B5EF4-FFF2-40B4-BE49-F238E27FC236}">
                <ns2:creationId id="{6F72F772-FE6D-425B-AAB6-00CF1AE6828F}"/>
              </a:ext>
            </a:extLst>
          </p:cNvPr>
          <p:cNvSpPr>
            <a:spLocks noGrp="1"/>
          </p:cNvSpPr>
          <p:nvPr/>
        </p:nvSpPr>
        <p:spPr>
          <a:xfrm>
            <a:off x="5619750" y="3105150"/>
            <a:ext cx="6057900" cy="0"/>
          </a:xfrm>
          <a:prstGeom prst="line">
            <a:avLst/>
          </a:prstGeom>
          <a:noFill/>
          <a:ln w="38100">
            <a:solidFill>
              <a:srgbClr val="0059FC"/>
            </a:solidFill>
            <a:prstDash val="solid"/>
          </a:ln>
        </p:spPr>
      </p:sp>
      <p:sp>
        <p:nvSpPr>
          <p:cNvPr id="8" name="">
            <a:extLst>
              <a:ext uri="{FF2B5EF4-FFF2-40B4-BE49-F238E27FC236}">
                <ns2:creationId id="{01415644-D0D7-4C8F-BAFD-5D34C76AD0F4}"/>
              </a:ext>
            </a:extLst>
          </p:cNvPr>
          <p:cNvSpPr>
            <a:spLocks noGrp="1"/>
          </p:cNvSpPr>
          <p:nvPr/>
        </p:nvSpPr>
        <p:spPr>
          <a:xfrm>
            <a:off x="9696450" y="3409950"/>
            <a:ext cx="19812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r" rtl="1">
              <a:lnSpc>
                <a:spcPct val="105000"/>
              </a:lnSpc>
              <a:buNone/>
              <a:defRPr sz="1425" b="1" lang="ar-SA">
                <a:solidFill>
                  <a:srgbClr val="0059FC"/>
                </a:solidFill>
                <a:latin typeface="thmanyah sans"/>
                <a:ea typeface="thmanyah sans"/>
                <a:cs typeface="thmanyah sans"/>
              </a:defRPr>
            </a:pPr>
            <a:r>
              <a:rPr sz="1425" b="1" lang="ar-SA">
                <a:solidFill>
                  <a:srgbClr val="0059FC"/>
                </a:solidFill>
                <a:latin typeface="thmanyah sans"/>
                <a:ea typeface="thmanyah sans"/>
                <a:cs typeface="thmanyah sans"/>
              </a:rPr>
              <a:t>الفكرة الداخلية</a:t>
            </a:r>
          </a:p>
        </p:txBody>
      </p:sp>
      <p:sp>
        <p:nvSpPr>
          <p:cNvPr id="9" name="">
            <a:extLst>
              <a:ext uri="{FF2B5EF4-FFF2-40B4-BE49-F238E27FC236}">
                <ns2:creationId id="{7214F419-252B-4CD1-9D0A-3A387695AFC9}"/>
              </a:ext>
            </a:extLst>
          </p:cNvPr>
          <p:cNvSpPr>
            <a:spLocks noGrp="1"/>
          </p:cNvSpPr>
          <p:nvPr/>
        </p:nvSpPr>
        <p:spPr>
          <a:xfrm>
            <a:off x="5619750" y="3790950"/>
            <a:ext cx="60579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r" rtl="1">
              <a:lnSpc>
                <a:spcPct val="105000"/>
              </a:lnSpc>
              <a:buNone/>
              <a:defRPr sz="2550" b="1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defRPr>
            </a:pPr>
            <a:r>
              <a:rPr sz="2550" b="1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rPr>
              <a:t>من البيانات تُبنى الإمكانات</a:t>
            </a:r>
          </a:p>
        </p:txBody>
      </p:sp>
      <p:sp>
        <p:nvSpPr>
          <p:cNvPr id="10" name="">
            <a:extLst>
              <a:ext uri="{FF2B5EF4-FFF2-40B4-BE49-F238E27FC236}">
                <ns2:creationId id="{4A203843-2B6C-49C3-88AB-D5FB7DB2ADAF}"/>
              </a:ext>
            </a:extLst>
          </p:cNvPr>
          <p:cNvSpPr>
            <a:spLocks noGrp="1"/>
          </p:cNvSpPr>
          <p:nvPr/>
        </p:nvSpPr>
        <p:spPr>
          <a:xfrm>
            <a:off x="514350" y="1466850"/>
            <a:ext cx="4324350" cy="4095750"/>
          </a:xfrm>
          <a:prstGeom prst="roundRect">
            <a:avLst>
              <a:gd name="adj" fmla="val 6977"/>
            </a:avLst>
          </a:prstGeom>
          <a:solidFill>
            <a:srgbClr val="E6EEFF"/>
          </a:solidFill>
          <a:ln w="0">
            <a:noFill/>
          </a:ln>
        </p:spPr>
      </p:sp>
      <p:sp>
        <p:nvSpPr>
          <p:cNvPr id="11" name="">
            <a:extLst>
              <a:ext uri="{FF2B5EF4-FFF2-40B4-BE49-F238E27FC236}">
                <ns2:creationId id="{94913690-46C5-4606-82A9-CCBBC76DADB2}"/>
              </a:ext>
            </a:extLst>
          </p:cNvPr>
          <p:cNvSpPr>
            <a:spLocks noGrp="1"/>
          </p:cNvSpPr>
          <p:nvPr/>
        </p:nvSpPr>
        <p:spPr>
          <a:xfrm>
            <a:off x="876300" y="1866900"/>
            <a:ext cx="14668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ctr" rtl="1">
              <a:lnSpc>
                <a:spcPct val="105000"/>
              </a:lnSpc>
              <a:buNone/>
              <a:defRPr sz="1800" b="1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defRPr>
            </a:pPr>
            <a:r>
              <a:rPr sz="1800" b="1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rPr>
              <a:t>موثوقة</a:t>
            </a:r>
          </a:p>
        </p:txBody>
      </p:sp>
      <p:sp>
        <p:nvSpPr>
          <p:cNvPr id="12" name="">
            <a:extLst>
              <a:ext uri="{FF2B5EF4-FFF2-40B4-BE49-F238E27FC236}">
                <ns2:creationId id="{61E2B4AF-2582-4F7B-973B-C4E6837F6383}"/>
              </a:ext>
            </a:extLst>
          </p:cNvPr>
          <p:cNvSpPr>
            <a:spLocks noGrp="1"/>
          </p:cNvSpPr>
          <p:nvPr/>
        </p:nvSpPr>
        <p:spPr>
          <a:xfrm>
            <a:off x="2819400" y="1866900"/>
            <a:ext cx="14668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ctr" rtl="1">
              <a:lnSpc>
                <a:spcPct val="105000"/>
              </a:lnSpc>
              <a:buNone/>
              <a:defRPr sz="1800" b="1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defRPr>
            </a:pPr>
            <a:r>
              <a:rPr sz="1800" b="1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rPr>
              <a:t>سعودية</a:t>
            </a:r>
          </a:p>
        </p:txBody>
      </p:sp>
      <p:sp>
        <p:nvSpPr>
          <p:cNvPr id="13" name="">
            <a:extLst>
              <a:ext uri="{FF2B5EF4-FFF2-40B4-BE49-F238E27FC236}">
                <ns2:creationId id="{056E630D-A828-49E4-9936-3F0A92CB731F}"/>
              </a:ext>
            </a:extLst>
          </p:cNvPr>
          <p:cNvSpPr>
            <a:spLocks noGrp="1"/>
          </p:cNvSpPr>
          <p:nvPr/>
        </p:nvSpPr>
        <p:spPr>
          <a:xfrm>
            <a:off x="876300" y="2724150"/>
            <a:ext cx="14668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ctr" rtl="1">
              <a:lnSpc>
                <a:spcPct val="105000"/>
              </a:lnSpc>
              <a:buNone/>
              <a:defRPr sz="1800" b="1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defRPr>
            </a:pPr>
            <a:r>
              <a:rPr sz="1800" b="1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rPr>
              <a:t>سهلة</a:t>
            </a:r>
          </a:p>
        </p:txBody>
      </p:sp>
      <p:sp>
        <p:nvSpPr>
          <p:cNvPr id="14" name="">
            <a:extLst>
              <a:ext uri="{FF2B5EF4-FFF2-40B4-BE49-F238E27FC236}">
                <ns2:creationId id="{78BFBB58-D93C-46D6-88E0-39E925406975}"/>
              </a:ext>
            </a:extLst>
          </p:cNvPr>
          <p:cNvSpPr>
            <a:spLocks noGrp="1"/>
          </p:cNvSpPr>
          <p:nvPr/>
        </p:nvSpPr>
        <p:spPr>
          <a:xfrm>
            <a:off x="2819400" y="2724150"/>
            <a:ext cx="14668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ctr" rtl="1">
              <a:lnSpc>
                <a:spcPct val="105000"/>
              </a:lnSpc>
              <a:buNone/>
              <a:defRPr sz="1800" b="1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defRPr>
            </a:pPr>
            <a:r>
              <a:rPr sz="1800" b="1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rPr>
              <a:t>مرنة</a:t>
            </a:r>
          </a:p>
        </p:txBody>
      </p:sp>
      <p:sp>
        <p:nvSpPr>
          <p:cNvPr id="15" name="">
            <a:extLst>
              <a:ext uri="{FF2B5EF4-FFF2-40B4-BE49-F238E27FC236}">
                <ns2:creationId id="{BFB40356-9A12-4F8D-B8D4-EE3EDEBAFABE}"/>
              </a:ext>
            </a:extLst>
          </p:cNvPr>
          <p:cNvSpPr>
            <a:spLocks noGrp="1"/>
          </p:cNvSpPr>
          <p:nvPr/>
        </p:nvSpPr>
        <p:spPr>
          <a:xfrm>
            <a:off x="876300" y="3581400"/>
            <a:ext cx="14668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ctr" rtl="1">
              <a:lnSpc>
                <a:spcPct val="105000"/>
              </a:lnSpc>
              <a:buNone/>
              <a:defRPr sz="1650" b="1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defRPr>
            </a:pPr>
            <a:r>
              <a:rPr sz="1650" b="1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rPr>
              <a:t>قوية تقنيًا</a:t>
            </a:r>
          </a:p>
        </p:txBody>
      </p:sp>
      <p:sp>
        <p:nvSpPr>
          <p:cNvPr id="16" name="">
            <a:extLst>
              <a:ext uri="{FF2B5EF4-FFF2-40B4-BE49-F238E27FC236}">
                <ns2:creationId id="{AD633CEB-5E7D-4943-B19C-69D676D1D079}"/>
              </a:ext>
            </a:extLst>
          </p:cNvPr>
          <p:cNvSpPr>
            <a:spLocks noGrp="1"/>
          </p:cNvSpPr>
          <p:nvPr/>
        </p:nvSpPr>
        <p:spPr>
          <a:xfrm>
            <a:off x="2819400" y="3581400"/>
            <a:ext cx="14668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ctr" rtl="1">
              <a:lnSpc>
                <a:spcPct val="105000"/>
              </a:lnSpc>
              <a:buNone/>
              <a:defRPr sz="1650" b="1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defRPr>
            </a:pPr>
            <a:r>
              <a:rPr sz="1650" b="1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rPr>
              <a:t>عربية أصيلة</a:t>
            </a:r>
          </a:p>
        </p:txBody>
      </p:sp>
      <p:sp>
        <p:nvSpPr>
          <p:cNvPr id="17" name="">
            <a:extLst>
              <a:ext uri="{FF2B5EF4-FFF2-40B4-BE49-F238E27FC236}">
                <ns2:creationId id="{415FC054-9E41-4AB2-B227-C5839FED0828}"/>
              </a:ext>
            </a:extLst>
          </p:cNvPr>
          <p:cNvSpPr>
            <a:spLocks noGrp="1"/>
          </p:cNvSpPr>
          <p:nvPr/>
        </p:nvSpPr>
        <p:spPr>
          <a:xfrm>
            <a:off x="1847850" y="4572000"/>
            <a:ext cx="14668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ctr" rtl="1">
              <a:lnSpc>
                <a:spcPct val="105000"/>
              </a:lnSpc>
              <a:buNone/>
              <a:defRPr sz="1800" b="1" lang="ar-SA">
                <a:solidFill>
                  <a:srgbClr val="0059FC"/>
                </a:solidFill>
                <a:latin typeface="thmanyah sans"/>
                <a:ea typeface="thmanyah sans"/>
                <a:cs typeface="thmanyah sans"/>
              </a:defRPr>
            </a:pPr>
            <a:r>
              <a:rPr sz="1800" b="1" lang="ar-SA">
                <a:solidFill>
                  <a:srgbClr val="0059FC"/>
                </a:solidFill>
                <a:latin typeface="thmanyah sans"/>
                <a:ea typeface="thmanyah sans"/>
                <a:cs typeface="thmanyah sans"/>
              </a:rPr>
              <a:t>حديثة</a:t>
            </a:r>
          </a:p>
        </p:txBody>
      </p:sp>
    </p:spTree>
    <p:extLst>
      <p:ext uri="{BB962C8B-B14F-4D97-AF65-F5344CB8AC3E}">
        <p14:creationId val="2143538236"/>
      </p:ext>
    </p:extLst>
  </p:cSld>
</p:sld>
</file>

<file path=ppt/slides/slide4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" name="">
            <a:extLst>
              <a:ext uri="{FF2B5EF4-FFF2-40B4-BE49-F238E27FC236}">
                <ns2:creationId id="{85F0748B-CF2F-4AF3-8D7F-4E9876B06BE7}"/>
              </a:ext>
            </a:extLst>
          </p:cNvPr>
          <p:cNvSpPr>
            <a:spLocks noGrp="1"/>
          </p:cNvSpPr>
          <p:nvPr/>
        </p:nvSpPr>
        <p:spPr>
          <a:xfrm>
            <a:off x="6286500" y="400050"/>
            <a:ext cx="53911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r" rtl="1">
              <a:lnSpc>
                <a:spcPct val="105000"/>
              </a:lnSpc>
              <a:buNone/>
              <a:defRPr sz="2625" b="1" lang="ar-SA">
                <a:solidFill>
                  <a:srgbClr val="FFFFFF"/>
                </a:solidFill>
                <a:latin typeface="thmanyah sans"/>
                <a:ea typeface="thmanyah sans"/>
                <a:cs typeface="thmanyah sans"/>
              </a:defRPr>
            </a:pPr>
            <a:r>
              <a:rPr sz="2625" b="1" lang="ar-SA">
                <a:solidFill>
                  <a:srgbClr val="FFFFFF"/>
                </a:solidFill>
                <a:latin typeface="thmanyah sans"/>
                <a:ea typeface="thmanyah sans"/>
                <a:cs typeface="thmanyah sans"/>
              </a:rPr>
              <a:t>المبدأ البصري</a:t>
            </a:r>
          </a:p>
        </p:txBody>
      </p:sp>
      <p:sp>
        <p:nvSpPr>
          <p:cNvPr id="2" name="">
            <a:extLst>
              <a:ext uri="{FF2B5EF4-FFF2-40B4-BE49-F238E27FC236}">
                <ns2:creationId id="{26410A7D-A9BD-4119-841B-B625811E63BF}"/>
              </a:ext>
            </a:extLst>
          </p:cNvPr>
          <p:cNvSpPr>
            <a:spLocks noGrp="1"/>
          </p:cNvSpPr>
          <p:nvPr/>
        </p:nvSpPr>
        <p:spPr>
          <a:xfrm>
            <a:off x="514350" y="1143000"/>
            <a:ext cx="11163300" cy="0"/>
          </a:xfrm>
          <a:prstGeom prst="line">
            <a:avLst/>
          </a:prstGeom>
          <a:noFill/>
          <a:ln w="9525">
            <a:solidFill>
              <a:srgbClr val="FFFFFF">
                <a:alpha val="17647"/>
              </a:srgbClr>
            </a:solidFill>
            <a:prstDash val="solid"/>
          </a:ln>
        </p:spPr>
      </p:sp>
      <p:sp>
        <p:nvSpPr>
          <p:cNvPr id="3" name="">
            <a:extLst>
              <a:ext uri="{FF2B5EF4-FFF2-40B4-BE49-F238E27FC236}">
                <ns2:creationId id="{8B59E3C7-686B-4A9B-B755-B5C98219358B}"/>
              </a:ext>
            </a:extLst>
          </p:cNvPr>
          <p:cNvSpPr>
            <a:spLocks noGrp="1"/>
          </p:cNvSpPr>
          <p:nvPr/>
        </p:nvSpPr>
        <p:spPr>
          <a:xfrm>
            <a:off x="514350" y="6343650"/>
            <a:ext cx="5238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rmAutofit fontScale="97680"/>
          </a:bodyPr>
          <a:lstStyle/>
          <a:p>
            <a:pPr algn="l">
              <a:lnSpc>
                <a:spcPct val="105000"/>
              </a:lnSpc>
              <a:buNone/>
              <a:defRPr sz="975" b="0">
                <a:solidFill>
                  <a:srgbClr val="FFFFFF">
                    <a:alpha val="60000"/>
                  </a:srgbClr>
                </a:solidFill>
                <a:latin typeface="thmanyah sans"/>
                <a:ea typeface="thmanyah sans"/>
                <a:cs typeface="thmanyah sans"/>
              </a:defRPr>
            </a:pPr>
            <a:r>
              <a:rPr sz="975" b="0">
                <a:solidFill>
                  <a:srgbClr val="FFFFFF">
                    <a:alpha val="60000"/>
                  </a:srgbClr>
                </a:solidFill>
                <a:latin typeface="thmanyah sans"/>
                <a:ea typeface="thmanyah sans"/>
                <a:cs typeface="thmanyah sans"/>
              </a:rPr>
              <a:t>04</a:t>
            </a:r>
          </a:p>
        </p:txBody>
      </p:sp>
      <p:sp>
        <p:nvSpPr>
          <p:cNvPr id="4" name="">
            <a:extLst>
              <a:ext uri="{FF2B5EF4-FFF2-40B4-BE49-F238E27FC236}">
                <ns2:creationId id="{25366026-E931-4D5B-A661-15660F14D9CC}"/>
              </a:ext>
            </a:extLst>
          </p:cNvPr>
          <p:cNvSpPr>
            <a:spLocks noGrp="1"/>
          </p:cNvSpPr>
          <p:nvPr/>
        </p:nvSpPr>
        <p:spPr>
          <a:xfrm>
            <a:off x="8763000" y="6343650"/>
            <a:ext cx="2914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97680"/>
          </a:bodyPr>
          <a:lstStyle/>
          <a:p>
            <a:pPr algn="r" rtl="1">
              <a:lnSpc>
                <a:spcPct val="105000"/>
              </a:lnSpc>
              <a:buNone/>
              <a:defRPr sz="975" b="0" lang="ar-SA">
                <a:solidFill>
                  <a:srgbClr val="FFFFFF">
                    <a:alpha val="60000"/>
                  </a:srgbClr>
                </a:solidFill>
                <a:latin typeface="thmanyah sans"/>
                <a:ea typeface="thmanyah sans"/>
                <a:cs typeface="thmanyah sans"/>
              </a:defRPr>
            </a:pPr>
            <a:r>
              <a:rPr sz="975" b="0" lang="ar-SA">
                <a:solidFill>
                  <a:srgbClr val="FFFFFF">
                    <a:alpha val="60000"/>
                  </a:srgbClr>
                </a:solidFill>
                <a:latin typeface="thmanyah sans"/>
                <a:ea typeface="thmanyah sans"/>
                <a:cs typeface="thmanyah sans"/>
              </a:rPr>
              <a:t>دليل الهوية البصرية لجداول</a:t>
            </a:r>
          </a:p>
        </p:txBody>
      </p:sp>
      <p:sp>
        <p:nvSpPr>
          <p:cNvPr id="5" name="">
            <a:extLst>
              <a:ext uri="{FF2B5EF4-FFF2-40B4-BE49-F238E27FC236}">
                <ns2:creationId id="{6AA68649-B114-4D67-8DD7-D2BDFBB3716C}"/>
              </a:ext>
            </a:extLst>
          </p:cNvPr>
          <p:cNvSpPr>
            <a:spLocks noGrp="1"/>
          </p:cNvSpPr>
          <p:nvPr/>
        </p:nvSpPr>
        <p:spPr>
          <a:xfrm>
            <a:off x="6153150" y="1676400"/>
            <a:ext cx="5524500" cy="1428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r" rtl="1">
              <a:lnSpc>
                <a:spcPct val="105000"/>
              </a:lnSpc>
              <a:buNone/>
              <a:defRPr sz="2250" b="1" lang="ar-SA">
                <a:solidFill>
                  <a:srgbClr val="FFFFFF"/>
                </a:solidFill>
                <a:latin typeface="thmanyah sans"/>
                <a:ea typeface="thmanyah sans"/>
                <a:cs typeface="thmanyah sans"/>
              </a:defRPr>
            </a:pPr>
            <a:r>
              <a:rPr sz="2250" b="1" lang="ar-SA">
                <a:solidFill>
                  <a:srgbClr val="FFFFFF"/>
                </a:solidFill>
                <a:latin typeface="thmanyah sans"/>
                <a:ea typeface="thmanyah sans"/>
                <a:cs typeface="thmanyah sans"/>
              </a:rPr>
              <a:t>الكتلة الواضحة تمنح الثقة. الفراغ المدروس يفتح المجال. وحدات الجدول الزرقاء تجعل معنى التنظيم حاضرًا فورًا.</a:t>
            </a:r>
          </a:p>
        </p:txBody>
      </p:sp>
      <p:sp>
        <p:nvSpPr>
          <p:cNvPr id="6" name="">
            <a:extLst>
              <a:ext uri="{FF2B5EF4-FFF2-40B4-BE49-F238E27FC236}">
                <ns2:creationId id="{E785EBC7-2350-4BE1-A2AA-1E72395F679F}"/>
              </a:ext>
            </a:extLst>
          </p:cNvPr>
          <p:cNvSpPr>
            <a:spLocks noGrp="1"/>
          </p:cNvSpPr>
          <p:nvPr/>
        </p:nvSpPr>
        <p:spPr>
          <a:xfrm>
            <a:off x="6153150" y="3333750"/>
            <a:ext cx="5524500" cy="12382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r" rtl="1">
              <a:lnSpc>
                <a:spcPct val="105000"/>
              </a:lnSpc>
              <a:buNone/>
              <a:defRPr sz="1575" b="0" lang="ar-SA">
                <a:solidFill>
                  <a:srgbClr val="FFFFFF">
                    <a:alpha val="78824"/>
                  </a:srgbClr>
                </a:solidFill>
                <a:latin typeface="thmanyah sans"/>
                <a:ea typeface="thmanyah sans"/>
                <a:cs typeface="thmanyah sans"/>
              </a:defRPr>
            </a:pPr>
            <a:r>
              <a:rPr sz="1575" b="0" lang="ar-SA">
                <a:solidFill>
                  <a:srgbClr val="FFFFFF">
                    <a:alpha val="78824"/>
                  </a:srgbClr>
                </a:solidFill>
                <a:latin typeface="thmanyah sans"/>
                <a:ea typeface="thmanyah sans"/>
                <a:cs typeface="thmanyah sans"/>
              </a:rPr>
              <a:t>يتوازن الاسم العربي ذي الحضور القوي مع رمز جدولي هندسي. ويظل الأزرق محددًا للتركيز والعمل، لا لونًا يغطي كل المساحة.</a:t>
            </a:r>
          </a:p>
        </p:txBody>
      </p:sp>
      <p:sp>
        <p:nvSpPr>
          <p:cNvPr id="7" name="">
            <a:extLst>
              <a:ext uri="{FF2B5EF4-FFF2-40B4-BE49-F238E27FC236}">
                <ns2:creationId id="{68399706-CEC7-4FC2-A088-842766C62E5E}"/>
              </a:ext>
            </a:extLst>
          </p:cNvPr>
          <p:cNvSpPr>
            <a:spLocks noGrp="1"/>
          </p:cNvSpPr>
          <p:nvPr/>
        </p:nvSpPr>
        <p:spPr>
          <a:xfrm>
            <a:off x="990600" y="1657350"/>
            <a:ext cx="933450" cy="933450"/>
          </a:xfrm>
          <a:prstGeom prst="roundRect">
            <a:avLst>
              <a:gd name="adj" fmla="val 16000"/>
            </a:avLst>
          </a:prstGeom>
          <a:solidFill>
            <a:srgbClr val="0059FC"/>
          </a:solidFill>
          <a:ln w="0">
            <a:noFill/>
          </a:ln>
        </p:spPr>
      </p:sp>
      <p:sp>
        <p:nvSpPr>
          <p:cNvPr id="8" name="">
            <a:extLst>
              <a:ext uri="{FF2B5EF4-FFF2-40B4-BE49-F238E27FC236}">
                <ns2:creationId id="{D4554C94-8EFE-4227-9D8C-251624668261}"/>
              </a:ext>
            </a:extLst>
          </p:cNvPr>
          <p:cNvSpPr>
            <a:spLocks noGrp="1"/>
          </p:cNvSpPr>
          <p:nvPr/>
        </p:nvSpPr>
        <p:spPr>
          <a:xfrm>
            <a:off x="990600" y="2705100"/>
            <a:ext cx="933450" cy="933450"/>
          </a:xfrm>
          <a:prstGeom prst="roundRect">
            <a:avLst>
              <a:gd name="adj" fmla="val 16000"/>
            </a:avLst>
          </a:prstGeom>
          <a:solidFill>
            <a:srgbClr val="0059FC"/>
          </a:solidFill>
          <a:ln w="0">
            <a:noFill/>
          </a:ln>
        </p:spPr>
      </p:sp>
      <p:sp>
        <p:nvSpPr>
          <p:cNvPr id="9" name="">
            <a:extLst>
              <a:ext uri="{FF2B5EF4-FFF2-40B4-BE49-F238E27FC236}">
                <ns2:creationId id="{B9967A94-BBDD-4A70-8B56-64DE354FC072}"/>
              </a:ext>
            </a:extLst>
          </p:cNvPr>
          <p:cNvSpPr>
            <a:spLocks noGrp="1"/>
          </p:cNvSpPr>
          <p:nvPr/>
        </p:nvSpPr>
        <p:spPr>
          <a:xfrm>
            <a:off x="2038350" y="2705100"/>
            <a:ext cx="933450" cy="933450"/>
          </a:xfrm>
          <a:prstGeom prst="roundRect">
            <a:avLst>
              <a:gd name="adj" fmla="val 16000"/>
            </a:avLst>
          </a:prstGeom>
          <a:solidFill>
            <a:srgbClr val="0059FC"/>
          </a:solidFill>
          <a:ln w="0">
            <a:noFill/>
          </a:ln>
        </p:spPr>
      </p:sp>
      <p:sp>
        <p:nvSpPr>
          <p:cNvPr id="10" name="">
            <a:extLst>
              <a:ext uri="{FF2B5EF4-FFF2-40B4-BE49-F238E27FC236}">
                <ns2:creationId id="{668ED881-2FA0-4DD3-8F9B-3ED560D9D36F}"/>
              </a:ext>
            </a:extLst>
          </p:cNvPr>
          <p:cNvSpPr>
            <a:spLocks noGrp="1"/>
          </p:cNvSpPr>
          <p:nvPr/>
        </p:nvSpPr>
        <p:spPr>
          <a:xfrm>
            <a:off x="990600" y="3752850"/>
            <a:ext cx="933450" cy="933450"/>
          </a:xfrm>
          <a:prstGeom prst="roundRect">
            <a:avLst>
              <a:gd name="adj" fmla="val 16000"/>
            </a:avLst>
          </a:prstGeom>
          <a:solidFill>
            <a:srgbClr val="0059FC"/>
          </a:solidFill>
          <a:ln w="0">
            <a:noFill/>
          </a:ln>
        </p:spPr>
      </p:sp>
      <p:sp>
        <p:nvSpPr>
          <p:cNvPr id="11" name="">
            <a:extLst>
              <a:ext uri="{FF2B5EF4-FFF2-40B4-BE49-F238E27FC236}">
                <ns2:creationId id="{D49DB011-5D37-4E97-9EA9-7A5897B5DFBA}"/>
              </a:ext>
            </a:extLst>
          </p:cNvPr>
          <p:cNvSpPr>
            <a:spLocks noGrp="1"/>
          </p:cNvSpPr>
          <p:nvPr/>
        </p:nvSpPr>
        <p:spPr>
          <a:xfrm>
            <a:off x="2038350" y="3752850"/>
            <a:ext cx="933450" cy="933450"/>
          </a:xfrm>
          <a:prstGeom prst="roundRect">
            <a:avLst>
              <a:gd name="adj" fmla="val 16000"/>
            </a:avLst>
          </a:prstGeom>
          <a:solidFill>
            <a:srgbClr val="0059FC"/>
          </a:solidFill>
          <a:ln w="0">
            <a:noFill/>
          </a:ln>
        </p:spPr>
      </p:sp>
      <p:sp>
        <p:nvSpPr>
          <p:cNvPr id="12" name="">
            <a:extLst>
              <a:ext uri="{FF2B5EF4-FFF2-40B4-BE49-F238E27FC236}">
                <ns2:creationId id="{D56C8BB7-03B9-475E-8C31-2F73C2DEDE6A}"/>
              </a:ext>
            </a:extLst>
          </p:cNvPr>
          <p:cNvSpPr>
            <a:spLocks noGrp="1"/>
          </p:cNvSpPr>
          <p:nvPr/>
        </p:nvSpPr>
        <p:spPr>
          <a:xfrm>
            <a:off x="3771900" y="2076450"/>
            <a:ext cx="609600" cy="28765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pic>
        <p:nvPicPr>
          <p:cNvPr id="26" name=""/>
          <p:cNvPicPr>
            <a:picLocks noChangeAspect="1"/>
          </p:cNvPicPr>
          <p:nvPr/>
        </p:nvPicPr>
        <p:blipFill>
          <a:blip r:embed="R91f698bf282042e4"/>
          <a:stretch/>
        </p:blipFill>
        <p:spPr>
          <a:xfrm>
            <a:off x="2990850" y="3970098"/>
            <a:ext cx="781050" cy="727553"/>
          </a:xfrm>
          <a:prstGeom prst="rect">
            <a:avLst/>
          </a:prstGeom>
        </p:spPr>
      </p:pic>
    </p:spTree>
    <p:extLst>
      <p:ext uri="{BB962C8B-B14F-4D97-AF65-F5344CB8AC3E}">
        <p14:creationId val="1148865416"/>
      </p:ext>
    </p:extLst>
  </p:cSld>
</p:sld>
</file>

<file path=ppt/slides/slide5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5" name="">
            <a:extLst>
              <a:ext uri="{FF2B5EF4-FFF2-40B4-BE49-F238E27FC236}">
                <ns2:creationId id="{BD83E0C8-AE20-45CC-BC98-502DD5B3DB70}"/>
              </a:ext>
            </a:extLst>
          </p:cNvPr>
          <p:cNvSpPr>
            <a:spLocks noGrp="1"/>
          </p:cNvSpPr>
          <p:nvPr/>
        </p:nvSpPr>
        <p:spPr>
          <a:xfrm>
            <a:off x="6286500" y="400050"/>
            <a:ext cx="53911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r" rtl="1">
              <a:lnSpc>
                <a:spcPct val="105000"/>
              </a:lnSpc>
              <a:buNone/>
              <a:defRPr sz="2625" b="1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defRPr>
            </a:pPr>
            <a:r>
              <a:rPr sz="2625" b="1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rPr>
              <a:t>مكونات النظام</a:t>
            </a:r>
          </a:p>
        </p:txBody>
      </p:sp>
      <p:sp>
        <p:nvSpPr>
          <p:cNvPr id="2" name="">
            <a:extLst>
              <a:ext uri="{FF2B5EF4-FFF2-40B4-BE49-F238E27FC236}">
                <ns2:creationId id="{1213E62E-8B7B-4C5D-9BDF-5F5C171E259C}"/>
              </a:ext>
            </a:extLst>
          </p:cNvPr>
          <p:cNvSpPr>
            <a:spLocks noGrp="1"/>
          </p:cNvSpPr>
          <p:nvPr/>
        </p:nvSpPr>
        <p:spPr>
          <a:xfrm>
            <a:off x="514350" y="1143000"/>
            <a:ext cx="11163300" cy="0"/>
          </a:xfrm>
          <a:prstGeom prst="line">
            <a:avLst/>
          </a:prstGeom>
          <a:noFill/>
          <a:ln w="9525">
            <a:solidFill>
              <a:srgbClr val="D9DEE8"/>
            </a:solidFill>
            <a:prstDash val="solid"/>
          </a:ln>
        </p:spPr>
      </p:sp>
      <p:sp>
        <p:nvSpPr>
          <p:cNvPr id="3" name="">
            <a:extLst>
              <a:ext uri="{FF2B5EF4-FFF2-40B4-BE49-F238E27FC236}">
                <ns2:creationId id="{10D768A3-6870-474A-A13D-82C819F6ED25}"/>
              </a:ext>
            </a:extLst>
          </p:cNvPr>
          <p:cNvSpPr>
            <a:spLocks noGrp="1"/>
          </p:cNvSpPr>
          <p:nvPr/>
        </p:nvSpPr>
        <p:spPr>
          <a:xfrm>
            <a:off x="514350" y="6343650"/>
            <a:ext cx="5238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rmAutofit fontScale="97680"/>
          </a:bodyPr>
          <a:lstStyle/>
          <a:p>
            <a:pPr algn="l">
              <a:lnSpc>
                <a:spcPct val="105000"/>
              </a:lnSpc>
              <a:buNone/>
              <a:defRPr sz="975" b="0">
                <a:solidFill>
                  <a:srgbClr val="566072"/>
                </a:solidFill>
                <a:latin typeface="thmanyah sans"/>
                <a:ea typeface="thmanyah sans"/>
                <a:cs typeface="thmanyah sans"/>
              </a:defRPr>
            </a:pPr>
            <a:r>
              <a:rPr sz="975" b="0">
                <a:solidFill>
                  <a:srgbClr val="566072"/>
                </a:solidFill>
                <a:latin typeface="thmanyah sans"/>
                <a:ea typeface="thmanyah sans"/>
                <a:cs typeface="thmanyah sans"/>
              </a:rPr>
              <a:t>05</a:t>
            </a:r>
          </a:p>
        </p:txBody>
      </p:sp>
      <p:sp>
        <p:nvSpPr>
          <p:cNvPr id="4" name="">
            <a:extLst>
              <a:ext uri="{FF2B5EF4-FFF2-40B4-BE49-F238E27FC236}">
                <ns2:creationId id="{E36AF745-22F2-45A0-AA64-A413092F7DC9}"/>
              </a:ext>
            </a:extLst>
          </p:cNvPr>
          <p:cNvSpPr>
            <a:spLocks noGrp="1"/>
          </p:cNvSpPr>
          <p:nvPr/>
        </p:nvSpPr>
        <p:spPr>
          <a:xfrm>
            <a:off x="8763000" y="6343650"/>
            <a:ext cx="2914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97680"/>
          </a:bodyPr>
          <a:lstStyle/>
          <a:p>
            <a:pPr algn="r" rtl="1">
              <a:lnSpc>
                <a:spcPct val="105000"/>
              </a:lnSpc>
              <a:buNone/>
              <a:defRPr sz="975" b="0" lang="ar-SA">
                <a:solidFill>
                  <a:srgbClr val="566072"/>
                </a:solidFill>
                <a:latin typeface="thmanyah sans"/>
                <a:ea typeface="thmanyah sans"/>
                <a:cs typeface="thmanyah sans"/>
              </a:defRPr>
            </a:pPr>
            <a:r>
              <a:rPr sz="975" b="0" lang="ar-SA">
                <a:solidFill>
                  <a:srgbClr val="566072"/>
                </a:solidFill>
                <a:latin typeface="thmanyah sans"/>
                <a:ea typeface="thmanyah sans"/>
                <a:cs typeface="thmanyah sans"/>
              </a:rPr>
              <a:t>دليل الهوية البصرية لجداول</a:t>
            </a:r>
          </a:p>
        </p:txBody>
      </p:sp>
      <p:sp>
        <p:nvSpPr>
          <p:cNvPr id="5" name="">
            <a:extLst>
              <a:ext uri="{FF2B5EF4-FFF2-40B4-BE49-F238E27FC236}">
                <ns2:creationId id="{F01CC026-B696-4456-8F62-955B467ED6DD}"/>
              </a:ext>
            </a:extLst>
          </p:cNvPr>
          <p:cNvSpPr>
            <a:spLocks noGrp="1"/>
          </p:cNvSpPr>
          <p:nvPr/>
        </p:nvSpPr>
        <p:spPr>
          <a:xfrm>
            <a:off x="666750" y="1447800"/>
            <a:ext cx="6667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rmAutofit fontScale="100000"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0059FC"/>
                </a:solidFill>
                <a:latin typeface="thmanyah sans"/>
                <a:ea typeface="thmanyah sans"/>
                <a:cs typeface="thmanyah sans"/>
              </a:defRPr>
            </a:pPr>
            <a:r>
              <a:rPr sz="1350" b="1">
                <a:solidFill>
                  <a:srgbClr val="0059FC"/>
                </a:solidFill>
                <a:latin typeface="thmanyah sans"/>
                <a:ea typeface="thmanyah sans"/>
                <a:cs typeface="thmanyah sans"/>
              </a:rPr>
              <a:t>01</a:t>
            </a:r>
          </a:p>
        </p:txBody>
      </p:sp>
      <p:sp>
        <p:nvSpPr>
          <p:cNvPr id="6" name="">
            <a:extLst>
              <a:ext uri="{FF2B5EF4-FFF2-40B4-BE49-F238E27FC236}">
                <ns2:creationId id="{805AFCC7-ADA6-43CF-B6BE-D7D5576D3901}"/>
              </a:ext>
            </a:extLst>
          </p:cNvPr>
          <p:cNvSpPr>
            <a:spLocks noGrp="1"/>
          </p:cNvSpPr>
          <p:nvPr/>
        </p:nvSpPr>
        <p:spPr>
          <a:xfrm>
            <a:off x="9048750" y="1447800"/>
            <a:ext cx="26289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r" rtl="1">
              <a:lnSpc>
                <a:spcPct val="105000"/>
              </a:lnSpc>
              <a:buNone/>
              <a:defRPr sz="1800" b="1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defRPr>
            </a:pPr>
            <a:r>
              <a:rPr sz="1800" b="1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rPr>
              <a:t>الشعار</a:t>
            </a:r>
          </a:p>
        </p:txBody>
      </p:sp>
      <p:sp>
        <p:nvSpPr>
          <p:cNvPr id="7" name="">
            <a:extLst>
              <a:ext uri="{FF2B5EF4-FFF2-40B4-BE49-F238E27FC236}">
                <ns2:creationId id="{1792E5B3-517D-4979-B10E-9A30D7F96EA0}"/>
              </a:ext>
            </a:extLst>
          </p:cNvPr>
          <p:cNvSpPr>
            <a:spLocks noGrp="1"/>
          </p:cNvSpPr>
          <p:nvPr/>
        </p:nvSpPr>
        <p:spPr>
          <a:xfrm>
            <a:off x="2762250" y="1447800"/>
            <a:ext cx="59055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r" rtl="1">
              <a:lnSpc>
                <a:spcPct val="105000"/>
              </a:lnSpc>
              <a:buNone/>
              <a:defRPr sz="1500" b="0" lang="ar-SA">
                <a:solidFill>
                  <a:srgbClr val="566072"/>
                </a:solidFill>
                <a:latin typeface="thmanyah sans"/>
                <a:ea typeface="thmanyah sans"/>
                <a:cs typeface="thmanyah sans"/>
              </a:defRPr>
            </a:pPr>
            <a:r>
              <a:rPr sz="1500" b="0" lang="ar-SA">
                <a:solidFill>
                  <a:srgbClr val="566072"/>
                </a:solidFill>
                <a:latin typeface="thmanyah sans"/>
                <a:ea typeface="thmanyah sans"/>
                <a:cs typeface="thmanyah sans"/>
              </a:rPr>
              <a:t>قفل مركب من الاسم والرمز الجدولي</a:t>
            </a:r>
          </a:p>
        </p:txBody>
      </p:sp>
      <p:sp>
        <p:nvSpPr>
          <p:cNvPr id="8" name="">
            <a:extLst>
              <a:ext uri="{FF2B5EF4-FFF2-40B4-BE49-F238E27FC236}">
                <ns2:creationId id="{C3808466-360E-4503-ABD9-752AE702EB91}"/>
              </a:ext>
            </a:extLst>
          </p:cNvPr>
          <p:cNvSpPr>
            <a:spLocks noGrp="1"/>
          </p:cNvSpPr>
          <p:nvPr/>
        </p:nvSpPr>
        <p:spPr>
          <a:xfrm>
            <a:off x="666750" y="2038350"/>
            <a:ext cx="11010900" cy="0"/>
          </a:xfrm>
          <a:prstGeom prst="line">
            <a:avLst/>
          </a:prstGeom>
          <a:noFill/>
          <a:ln w="9525">
            <a:solidFill>
              <a:srgbClr val="D9DEE8"/>
            </a:solidFill>
            <a:prstDash val="solid"/>
          </a:ln>
        </p:spPr>
      </p:sp>
      <p:sp>
        <p:nvSpPr>
          <p:cNvPr id="9" name="">
            <a:extLst>
              <a:ext uri="{FF2B5EF4-FFF2-40B4-BE49-F238E27FC236}">
                <ns2:creationId id="{76034EB4-52DB-496D-A866-D1380C4729ED}"/>
              </a:ext>
            </a:extLst>
          </p:cNvPr>
          <p:cNvSpPr>
            <a:spLocks noGrp="1"/>
          </p:cNvSpPr>
          <p:nvPr/>
        </p:nvSpPr>
        <p:spPr>
          <a:xfrm>
            <a:off x="666750" y="2324100"/>
            <a:ext cx="6667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rmAutofit fontScale="100000"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0059FC"/>
                </a:solidFill>
                <a:latin typeface="thmanyah sans"/>
                <a:ea typeface="thmanyah sans"/>
                <a:cs typeface="thmanyah sans"/>
              </a:defRPr>
            </a:pPr>
            <a:r>
              <a:rPr sz="1350" b="1">
                <a:solidFill>
                  <a:srgbClr val="0059FC"/>
                </a:solidFill>
                <a:latin typeface="thmanyah sans"/>
                <a:ea typeface="thmanyah sans"/>
                <a:cs typeface="thmanyah sans"/>
              </a:rPr>
              <a:t>02</a:t>
            </a:r>
          </a:p>
        </p:txBody>
      </p:sp>
      <p:sp>
        <p:nvSpPr>
          <p:cNvPr id="10" name="">
            <a:extLst>
              <a:ext uri="{FF2B5EF4-FFF2-40B4-BE49-F238E27FC236}">
                <ns2:creationId id="{75EAAA4A-8E1C-417A-9410-A65F86B0A7A2}"/>
              </a:ext>
            </a:extLst>
          </p:cNvPr>
          <p:cNvSpPr>
            <a:spLocks noGrp="1"/>
          </p:cNvSpPr>
          <p:nvPr/>
        </p:nvSpPr>
        <p:spPr>
          <a:xfrm>
            <a:off x="9048750" y="2324100"/>
            <a:ext cx="26289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r" rtl="1">
              <a:lnSpc>
                <a:spcPct val="105000"/>
              </a:lnSpc>
              <a:buNone/>
              <a:defRPr sz="1800" b="1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defRPr>
            </a:pPr>
            <a:r>
              <a:rPr sz="1800" b="1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rPr>
              <a:t>اللون</a:t>
            </a:r>
          </a:p>
        </p:txBody>
      </p:sp>
      <p:sp>
        <p:nvSpPr>
          <p:cNvPr id="11" name="">
            <a:extLst>
              <a:ext uri="{FF2B5EF4-FFF2-40B4-BE49-F238E27FC236}">
                <ns2:creationId id="{E2106D7D-C760-4C74-B89D-5BC63F89FBA3}"/>
              </a:ext>
            </a:extLst>
          </p:cNvPr>
          <p:cNvSpPr>
            <a:spLocks noGrp="1"/>
          </p:cNvSpPr>
          <p:nvPr/>
        </p:nvSpPr>
        <p:spPr>
          <a:xfrm>
            <a:off x="2762250" y="2324100"/>
            <a:ext cx="59055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r" rtl="1">
              <a:lnSpc>
                <a:spcPct val="105000"/>
              </a:lnSpc>
              <a:buNone/>
              <a:defRPr sz="1500" b="0" lang="ar-SA">
                <a:solidFill>
                  <a:srgbClr val="566072"/>
                </a:solidFill>
                <a:latin typeface="thmanyah sans"/>
                <a:ea typeface="thmanyah sans"/>
                <a:cs typeface="thmanyah sans"/>
              </a:defRPr>
            </a:pPr>
            <a:r>
              <a:rPr sz="1500" b="0" lang="ar-SA">
                <a:solidFill>
                  <a:srgbClr val="566072"/>
                </a:solidFill>
                <a:latin typeface="thmanyah sans"/>
                <a:ea typeface="thmanyah sans"/>
                <a:cs typeface="thmanyah sans"/>
              </a:rPr>
              <a:t>الأسود أساس والأزرق للإبراز</a:t>
            </a:r>
          </a:p>
        </p:txBody>
      </p:sp>
      <p:sp>
        <p:nvSpPr>
          <p:cNvPr id="12" name="">
            <a:extLst>
              <a:ext uri="{FF2B5EF4-FFF2-40B4-BE49-F238E27FC236}">
                <ns2:creationId id="{7AF33A3B-9CCB-47E7-B590-460C9EEF8DA3}"/>
              </a:ext>
            </a:extLst>
          </p:cNvPr>
          <p:cNvSpPr>
            <a:spLocks noGrp="1"/>
          </p:cNvSpPr>
          <p:nvPr/>
        </p:nvSpPr>
        <p:spPr>
          <a:xfrm>
            <a:off x="666750" y="2914650"/>
            <a:ext cx="11010900" cy="0"/>
          </a:xfrm>
          <a:prstGeom prst="line">
            <a:avLst/>
          </a:prstGeom>
          <a:noFill/>
          <a:ln w="9525">
            <a:solidFill>
              <a:srgbClr val="D9DEE8"/>
            </a:solidFill>
            <a:prstDash val="solid"/>
          </a:ln>
        </p:spPr>
      </p:sp>
      <p:sp>
        <p:nvSpPr>
          <p:cNvPr id="13" name="">
            <a:extLst>
              <a:ext uri="{FF2B5EF4-FFF2-40B4-BE49-F238E27FC236}">
                <ns2:creationId id="{4D44970F-4C35-46D4-BAE9-D35F77D0FBE2}"/>
              </a:ext>
            </a:extLst>
          </p:cNvPr>
          <p:cNvSpPr>
            <a:spLocks noGrp="1"/>
          </p:cNvSpPr>
          <p:nvPr/>
        </p:nvSpPr>
        <p:spPr>
          <a:xfrm>
            <a:off x="666750" y="3200400"/>
            <a:ext cx="6667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rmAutofit fontScale="100000"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0059FC"/>
                </a:solidFill>
                <a:latin typeface="thmanyah sans"/>
                <a:ea typeface="thmanyah sans"/>
                <a:cs typeface="thmanyah sans"/>
              </a:defRPr>
            </a:pPr>
            <a:r>
              <a:rPr sz="1350" b="1">
                <a:solidFill>
                  <a:srgbClr val="0059FC"/>
                </a:solidFill>
                <a:latin typeface="thmanyah sans"/>
                <a:ea typeface="thmanyah sans"/>
                <a:cs typeface="thmanyah sans"/>
              </a:rPr>
              <a:t>03</a:t>
            </a:r>
          </a:p>
        </p:txBody>
      </p:sp>
      <p:sp>
        <p:nvSpPr>
          <p:cNvPr id="14" name="">
            <a:extLst>
              <a:ext uri="{FF2B5EF4-FFF2-40B4-BE49-F238E27FC236}">
                <ns2:creationId id="{2AA0C8E9-A80C-4393-BCF0-EECFBDEC60C9}"/>
              </a:ext>
            </a:extLst>
          </p:cNvPr>
          <p:cNvSpPr>
            <a:spLocks noGrp="1"/>
          </p:cNvSpPr>
          <p:nvPr/>
        </p:nvSpPr>
        <p:spPr>
          <a:xfrm>
            <a:off x="9048750" y="3200400"/>
            <a:ext cx="26289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r" rtl="1">
              <a:lnSpc>
                <a:spcPct val="105000"/>
              </a:lnSpc>
              <a:buNone/>
              <a:defRPr sz="1800" b="1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defRPr>
            </a:pPr>
            <a:r>
              <a:rPr sz="1800" b="1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rPr>
              <a:t>الخط</a:t>
            </a:r>
          </a:p>
        </p:txBody>
      </p:sp>
      <p:sp>
        <p:nvSpPr>
          <p:cNvPr id="15" name="">
            <a:extLst>
              <a:ext uri="{FF2B5EF4-FFF2-40B4-BE49-F238E27FC236}">
                <ns2:creationId id="{3366FCFA-31F6-4CB9-8F99-EB0DC9EA2DAE}"/>
              </a:ext>
            </a:extLst>
          </p:cNvPr>
          <p:cNvSpPr>
            <a:spLocks noGrp="1"/>
          </p:cNvSpPr>
          <p:nvPr/>
        </p:nvSpPr>
        <p:spPr>
          <a:xfrm>
            <a:off x="2762250" y="3200400"/>
            <a:ext cx="59055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r" rtl="1">
              <a:lnSpc>
                <a:spcPct val="105000"/>
              </a:lnSpc>
              <a:buNone/>
              <a:defRPr sz="1500" b="0" lang="ar-SA">
                <a:solidFill>
                  <a:srgbClr val="566072"/>
                </a:solidFill>
                <a:latin typeface="thmanyah sans"/>
                <a:ea typeface="thmanyah sans"/>
                <a:cs typeface="thmanyah sans"/>
              </a:defRPr>
            </a:pPr>
            <a:r>
              <a:rPr sz="1500" b="0" lang="ar-SA">
                <a:solidFill>
                  <a:srgbClr val="566072"/>
                </a:solidFill>
                <a:latin typeface="thmanyah sans"/>
                <a:ea typeface="thmanyah sans"/>
                <a:cs typeface="thmanyah sans"/>
              </a:rPr>
              <a:t>Thmanyah Sans للعربية واللاتينية</a:t>
            </a:r>
          </a:p>
        </p:txBody>
      </p:sp>
      <p:sp>
        <p:nvSpPr>
          <p:cNvPr id="16" name="">
            <a:extLst>
              <a:ext uri="{FF2B5EF4-FFF2-40B4-BE49-F238E27FC236}">
                <ns2:creationId id="{1E7DD25A-7B8B-4228-9B92-5620920418FC}"/>
              </a:ext>
            </a:extLst>
          </p:cNvPr>
          <p:cNvSpPr>
            <a:spLocks noGrp="1"/>
          </p:cNvSpPr>
          <p:nvPr/>
        </p:nvSpPr>
        <p:spPr>
          <a:xfrm>
            <a:off x="666750" y="3790950"/>
            <a:ext cx="11010900" cy="0"/>
          </a:xfrm>
          <a:prstGeom prst="line">
            <a:avLst/>
          </a:prstGeom>
          <a:noFill/>
          <a:ln w="9525">
            <a:solidFill>
              <a:srgbClr val="D9DEE8"/>
            </a:solidFill>
            <a:prstDash val="solid"/>
          </a:ln>
        </p:spPr>
      </p:sp>
      <p:sp>
        <p:nvSpPr>
          <p:cNvPr id="17" name="">
            <a:extLst>
              <a:ext uri="{FF2B5EF4-FFF2-40B4-BE49-F238E27FC236}">
                <ns2:creationId id="{AE5C4E19-9B87-4F89-820B-215C4E4F9FDA}"/>
              </a:ext>
            </a:extLst>
          </p:cNvPr>
          <p:cNvSpPr>
            <a:spLocks noGrp="1"/>
          </p:cNvSpPr>
          <p:nvPr/>
        </p:nvSpPr>
        <p:spPr>
          <a:xfrm>
            <a:off x="666750" y="4076700"/>
            <a:ext cx="6667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rmAutofit fontScale="100000"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0059FC"/>
                </a:solidFill>
                <a:latin typeface="thmanyah sans"/>
                <a:ea typeface="thmanyah sans"/>
                <a:cs typeface="thmanyah sans"/>
              </a:defRPr>
            </a:pPr>
            <a:r>
              <a:rPr sz="1350" b="1">
                <a:solidFill>
                  <a:srgbClr val="0059FC"/>
                </a:solidFill>
                <a:latin typeface="thmanyah sans"/>
                <a:ea typeface="thmanyah sans"/>
                <a:cs typeface="thmanyah sans"/>
              </a:rPr>
              <a:t>04</a:t>
            </a:r>
          </a:p>
        </p:txBody>
      </p:sp>
      <p:sp>
        <p:nvSpPr>
          <p:cNvPr id="18" name="">
            <a:extLst>
              <a:ext uri="{FF2B5EF4-FFF2-40B4-BE49-F238E27FC236}">
                <ns2:creationId id="{EB3DE77C-3C9A-40AF-98D1-CE49C87AABD2}"/>
              </a:ext>
            </a:extLst>
          </p:cNvPr>
          <p:cNvSpPr>
            <a:spLocks noGrp="1"/>
          </p:cNvSpPr>
          <p:nvPr/>
        </p:nvSpPr>
        <p:spPr>
          <a:xfrm>
            <a:off x="9048750" y="4076700"/>
            <a:ext cx="26289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r" rtl="1">
              <a:lnSpc>
                <a:spcPct val="105000"/>
              </a:lnSpc>
              <a:buNone/>
              <a:defRPr sz="1800" b="1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defRPr>
            </a:pPr>
            <a:r>
              <a:rPr sz="1800" b="1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rPr>
              <a:t>التكوين</a:t>
            </a:r>
          </a:p>
        </p:txBody>
      </p:sp>
      <p:sp>
        <p:nvSpPr>
          <p:cNvPr id="19" name="">
            <a:extLst>
              <a:ext uri="{FF2B5EF4-FFF2-40B4-BE49-F238E27FC236}">
                <ns2:creationId id="{38F2AFD5-3C72-4EF2-A5CD-8ED043B2304F}"/>
              </a:ext>
            </a:extLst>
          </p:cNvPr>
          <p:cNvSpPr>
            <a:spLocks noGrp="1"/>
          </p:cNvSpPr>
          <p:nvPr/>
        </p:nvSpPr>
        <p:spPr>
          <a:xfrm>
            <a:off x="2762250" y="4076700"/>
            <a:ext cx="59055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r" rtl="1">
              <a:lnSpc>
                <a:spcPct val="105000"/>
              </a:lnSpc>
              <a:buNone/>
              <a:defRPr sz="1500" b="0" lang="ar-SA">
                <a:solidFill>
                  <a:srgbClr val="566072"/>
                </a:solidFill>
                <a:latin typeface="thmanyah sans"/>
                <a:ea typeface="thmanyah sans"/>
                <a:cs typeface="thmanyah sans"/>
              </a:defRPr>
            </a:pPr>
            <a:r>
              <a:rPr sz="1500" b="0" lang="ar-SA">
                <a:solidFill>
                  <a:srgbClr val="566072"/>
                </a:solidFill>
                <a:latin typeface="thmanyah sans"/>
                <a:ea typeface="thmanyah sans"/>
                <a:cs typeface="thmanyah sans"/>
              </a:rPr>
              <a:t>مساحات هادئة ومحاور واضحة</a:t>
            </a:r>
          </a:p>
        </p:txBody>
      </p:sp>
      <p:sp>
        <p:nvSpPr>
          <p:cNvPr id="20" name="">
            <a:extLst>
              <a:ext uri="{FF2B5EF4-FFF2-40B4-BE49-F238E27FC236}">
                <ns2:creationId id="{161141E2-EA00-400A-B336-032A4829A0AA}"/>
              </a:ext>
            </a:extLst>
          </p:cNvPr>
          <p:cNvSpPr>
            <a:spLocks noGrp="1"/>
          </p:cNvSpPr>
          <p:nvPr/>
        </p:nvSpPr>
        <p:spPr>
          <a:xfrm>
            <a:off x="666750" y="4667250"/>
            <a:ext cx="11010900" cy="0"/>
          </a:xfrm>
          <a:prstGeom prst="line">
            <a:avLst/>
          </a:prstGeom>
          <a:noFill/>
          <a:ln w="9525">
            <a:solidFill>
              <a:srgbClr val="D9DEE8"/>
            </a:solidFill>
            <a:prstDash val="solid"/>
          </a:ln>
        </p:spPr>
      </p:sp>
      <p:sp>
        <p:nvSpPr>
          <p:cNvPr id="21" name="">
            <a:extLst>
              <a:ext uri="{FF2B5EF4-FFF2-40B4-BE49-F238E27FC236}">
                <ns2:creationId id="{E58ECFA4-E58C-4FCE-9A2A-0FE533E09E50}"/>
              </a:ext>
            </a:extLst>
          </p:cNvPr>
          <p:cNvSpPr>
            <a:spLocks noGrp="1"/>
          </p:cNvSpPr>
          <p:nvPr/>
        </p:nvSpPr>
        <p:spPr>
          <a:xfrm>
            <a:off x="666750" y="4953000"/>
            <a:ext cx="6667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rmAutofit fontScale="100000"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0059FC"/>
                </a:solidFill>
                <a:latin typeface="thmanyah sans"/>
                <a:ea typeface="thmanyah sans"/>
                <a:cs typeface="thmanyah sans"/>
              </a:defRPr>
            </a:pPr>
            <a:r>
              <a:rPr sz="1350" b="1">
                <a:solidFill>
                  <a:srgbClr val="0059FC"/>
                </a:solidFill>
                <a:latin typeface="thmanyah sans"/>
                <a:ea typeface="thmanyah sans"/>
                <a:cs typeface="thmanyah sans"/>
              </a:rPr>
              <a:t>05</a:t>
            </a:r>
          </a:p>
        </p:txBody>
      </p:sp>
      <p:sp>
        <p:nvSpPr>
          <p:cNvPr id="22" name="">
            <a:extLst>
              <a:ext uri="{FF2B5EF4-FFF2-40B4-BE49-F238E27FC236}">
                <ns2:creationId id="{9113EDD0-48A5-4A5E-A8F8-E94962096A1D}"/>
              </a:ext>
            </a:extLst>
          </p:cNvPr>
          <p:cNvSpPr>
            <a:spLocks noGrp="1"/>
          </p:cNvSpPr>
          <p:nvPr/>
        </p:nvSpPr>
        <p:spPr>
          <a:xfrm>
            <a:off x="9048750" y="4953000"/>
            <a:ext cx="26289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r" rtl="1">
              <a:lnSpc>
                <a:spcPct val="105000"/>
              </a:lnSpc>
              <a:buNone/>
              <a:defRPr sz="1800" b="1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defRPr>
            </a:pPr>
            <a:r>
              <a:rPr sz="1800" b="1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rPr>
              <a:t>الصورة</a:t>
            </a:r>
          </a:p>
        </p:txBody>
      </p:sp>
      <p:sp>
        <p:nvSpPr>
          <p:cNvPr id="23" name="">
            <a:extLst>
              <a:ext uri="{FF2B5EF4-FFF2-40B4-BE49-F238E27FC236}">
                <ns2:creationId id="{731DF2B5-2692-42DB-8182-A1FC2DA1070A}"/>
              </a:ext>
            </a:extLst>
          </p:cNvPr>
          <p:cNvSpPr>
            <a:spLocks noGrp="1"/>
          </p:cNvSpPr>
          <p:nvPr/>
        </p:nvSpPr>
        <p:spPr>
          <a:xfrm>
            <a:off x="2762250" y="4953000"/>
            <a:ext cx="59055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r" rtl="1">
              <a:lnSpc>
                <a:spcPct val="105000"/>
              </a:lnSpc>
              <a:buNone/>
              <a:defRPr sz="1500" b="0" lang="ar-SA">
                <a:solidFill>
                  <a:srgbClr val="566072"/>
                </a:solidFill>
                <a:latin typeface="thmanyah sans"/>
                <a:ea typeface="thmanyah sans"/>
                <a:cs typeface="thmanyah sans"/>
              </a:defRPr>
            </a:pPr>
            <a:r>
              <a:rPr sz="1500" b="0" lang="ar-SA">
                <a:solidFill>
                  <a:srgbClr val="566072"/>
                </a:solidFill>
                <a:latin typeface="thmanyah sans"/>
                <a:ea typeface="thmanyah sans"/>
                <a:cs typeface="thmanyah sans"/>
              </a:rPr>
              <a:t>المنتج أولًا والسياق الإنساني عند الحاجة</a:t>
            </a:r>
          </a:p>
        </p:txBody>
      </p:sp>
      <p:sp>
        <p:nvSpPr>
          <p:cNvPr id="24" name="">
            <a:extLst>
              <a:ext uri="{FF2B5EF4-FFF2-40B4-BE49-F238E27FC236}">
                <ns2:creationId id="{1F02B396-76B6-4C9D-A32E-8D21516885B4}"/>
              </a:ext>
            </a:extLst>
          </p:cNvPr>
          <p:cNvSpPr>
            <a:spLocks noGrp="1"/>
          </p:cNvSpPr>
          <p:nvPr/>
        </p:nvSpPr>
        <p:spPr>
          <a:xfrm>
            <a:off x="666750" y="5543550"/>
            <a:ext cx="11010900" cy="0"/>
          </a:xfrm>
          <a:prstGeom prst="line">
            <a:avLst/>
          </a:prstGeom>
          <a:noFill/>
          <a:ln w="9525">
            <a:solidFill>
              <a:srgbClr val="D9DEE8"/>
            </a:solidFill>
            <a:prstDash val="solid"/>
          </a:ln>
        </p:spPr>
      </p:sp>
    </p:spTree>
    <p:extLst>
      <p:ext uri="{BB962C8B-B14F-4D97-AF65-F5344CB8AC3E}">
        <p14:creationId val="1183002105"/>
      </p:ext>
    </p:extLst>
  </p:cSld>
</p:sld>
</file>

<file path=ppt/slides/slide6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" name="">
            <a:extLst>
              <a:ext uri="{FF2B5EF4-FFF2-40B4-BE49-F238E27FC236}">
                <ns2:creationId id="{D056E61A-AC01-4E1F-B881-074F206DF7E1}"/>
              </a:ext>
            </a:extLst>
          </p:cNvPr>
          <p:cNvSpPr>
            <a:spLocks noGrp="1"/>
          </p:cNvSpPr>
          <p:nvPr/>
        </p:nvSpPr>
        <p:spPr>
          <a:xfrm>
            <a:off x="6286500" y="400050"/>
            <a:ext cx="53911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r" rtl="1">
              <a:lnSpc>
                <a:spcPct val="105000"/>
              </a:lnSpc>
              <a:buNone/>
              <a:defRPr sz="2625" b="1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defRPr>
            </a:pPr>
            <a:r>
              <a:rPr sz="2625" b="1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rPr>
              <a:t>الشعار المعتمد</a:t>
            </a:r>
          </a:p>
        </p:txBody>
      </p:sp>
      <p:sp>
        <p:nvSpPr>
          <p:cNvPr id="2" name="">
            <a:extLst>
              <a:ext uri="{FF2B5EF4-FFF2-40B4-BE49-F238E27FC236}">
                <ns2:creationId id="{C358F022-7B62-4FA0-8840-4EDBB8EA9A19}"/>
              </a:ext>
            </a:extLst>
          </p:cNvPr>
          <p:cNvSpPr>
            <a:spLocks noGrp="1"/>
          </p:cNvSpPr>
          <p:nvPr/>
        </p:nvSpPr>
        <p:spPr>
          <a:xfrm>
            <a:off x="514350" y="1143000"/>
            <a:ext cx="11163300" cy="0"/>
          </a:xfrm>
          <a:prstGeom prst="line">
            <a:avLst/>
          </a:prstGeom>
          <a:noFill/>
          <a:ln w="9525">
            <a:solidFill>
              <a:srgbClr val="D9DEE8"/>
            </a:solidFill>
            <a:prstDash val="solid"/>
          </a:ln>
        </p:spPr>
      </p:sp>
      <p:sp>
        <p:nvSpPr>
          <p:cNvPr id="3" name="">
            <a:extLst>
              <a:ext uri="{FF2B5EF4-FFF2-40B4-BE49-F238E27FC236}">
                <ns2:creationId id="{1FF09C3D-F01B-4638-842D-FA7333CC1DD7}"/>
              </a:ext>
            </a:extLst>
          </p:cNvPr>
          <p:cNvSpPr>
            <a:spLocks noGrp="1"/>
          </p:cNvSpPr>
          <p:nvPr/>
        </p:nvSpPr>
        <p:spPr>
          <a:xfrm>
            <a:off x="514350" y="6343650"/>
            <a:ext cx="5238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rmAutofit fontScale="97680"/>
          </a:bodyPr>
          <a:lstStyle/>
          <a:p>
            <a:pPr algn="l">
              <a:lnSpc>
                <a:spcPct val="105000"/>
              </a:lnSpc>
              <a:buNone/>
              <a:defRPr sz="975" b="0">
                <a:solidFill>
                  <a:srgbClr val="566072"/>
                </a:solidFill>
                <a:latin typeface="thmanyah sans"/>
                <a:ea typeface="thmanyah sans"/>
                <a:cs typeface="thmanyah sans"/>
              </a:defRPr>
            </a:pPr>
            <a:r>
              <a:rPr sz="975" b="0">
                <a:solidFill>
                  <a:srgbClr val="566072"/>
                </a:solidFill>
                <a:latin typeface="thmanyah sans"/>
                <a:ea typeface="thmanyah sans"/>
                <a:cs typeface="thmanyah sans"/>
              </a:rPr>
              <a:t>06</a:t>
            </a:r>
          </a:p>
        </p:txBody>
      </p:sp>
      <p:sp>
        <p:nvSpPr>
          <p:cNvPr id="4" name="">
            <a:extLst>
              <a:ext uri="{FF2B5EF4-FFF2-40B4-BE49-F238E27FC236}">
                <ns2:creationId id="{7F52C6DF-8C34-4858-B4A7-5BC7DEB6FA92}"/>
              </a:ext>
            </a:extLst>
          </p:cNvPr>
          <p:cNvSpPr>
            <a:spLocks noGrp="1"/>
          </p:cNvSpPr>
          <p:nvPr/>
        </p:nvSpPr>
        <p:spPr>
          <a:xfrm>
            <a:off x="8763000" y="6343650"/>
            <a:ext cx="2914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97680"/>
          </a:bodyPr>
          <a:lstStyle/>
          <a:p>
            <a:pPr algn="r" rtl="1">
              <a:lnSpc>
                <a:spcPct val="105000"/>
              </a:lnSpc>
              <a:buNone/>
              <a:defRPr sz="975" b="0" lang="ar-SA">
                <a:solidFill>
                  <a:srgbClr val="566072"/>
                </a:solidFill>
                <a:latin typeface="thmanyah sans"/>
                <a:ea typeface="thmanyah sans"/>
                <a:cs typeface="thmanyah sans"/>
              </a:defRPr>
            </a:pPr>
            <a:r>
              <a:rPr sz="975" b="0" lang="ar-SA">
                <a:solidFill>
                  <a:srgbClr val="566072"/>
                </a:solidFill>
                <a:latin typeface="thmanyah sans"/>
                <a:ea typeface="thmanyah sans"/>
                <a:cs typeface="thmanyah sans"/>
              </a:rPr>
              <a:t>دليل الهوية البصرية لجداول</a:t>
            </a:r>
          </a:p>
        </p:txBody>
      </p:sp>
      <p:pic>
        <p:nvPicPr>
          <p:cNvPr id="11" name=""/>
          <p:cNvPicPr>
            <a:picLocks noChangeAspect="1"/>
          </p:cNvPicPr>
          <p:nvPr/>
        </p:nvPicPr>
        <p:blipFill>
          <a:blip r:embed="Rde2ce33afda24fa5"/>
          <a:stretch/>
        </p:blipFill>
        <p:spPr>
          <a:xfrm>
            <a:off x="1238250" y="1848115"/>
            <a:ext cx="9715500" cy="3218920"/>
          </a:xfrm>
          <a:prstGeom prst="rect">
            <a:avLst/>
          </a:prstGeom>
        </p:spPr>
      </p:pic>
      <p:sp>
        <p:nvSpPr>
          <p:cNvPr id="6" name="">
            <a:extLst>
              <a:ext uri="{FF2B5EF4-FFF2-40B4-BE49-F238E27FC236}">
                <ns2:creationId id="{5337FAA5-DACD-47DC-B3EF-CD13E91CA056}"/>
              </a:ext>
            </a:extLst>
          </p:cNvPr>
          <p:cNvSpPr>
            <a:spLocks noGrp="1"/>
          </p:cNvSpPr>
          <p:nvPr/>
        </p:nvSpPr>
        <p:spPr>
          <a:xfrm>
            <a:off x="2209800" y="5314950"/>
            <a:ext cx="77724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ctr" rtl="1">
              <a:lnSpc>
                <a:spcPct val="105000"/>
              </a:lnSpc>
              <a:buNone/>
              <a:defRPr sz="1500" b="0" lang="ar-SA">
                <a:solidFill>
                  <a:srgbClr val="566072"/>
                </a:solidFill>
                <a:latin typeface="thmanyah sans"/>
                <a:ea typeface="thmanyah sans"/>
                <a:cs typeface="thmanyah sans"/>
              </a:defRPr>
            </a:pPr>
            <a:r>
              <a:rPr sz="1500" b="0" lang="ar-SA">
                <a:solidFill>
                  <a:srgbClr val="566072"/>
                </a:solidFill>
                <a:latin typeface="thmanyah sans"/>
                <a:ea typeface="thmanyah sans"/>
                <a:cs typeface="thmanyah sans"/>
              </a:rPr>
              <a:t>يستخدم الاسم العربي ورمز المربعات الخمس كوحدة واحدة ثابتة. لا يفصل الرمز ولا يعاد ترتيب عناصر القفل.</a:t>
            </a:r>
          </a:p>
        </p:txBody>
      </p:sp>
    </p:spTree>
    <p:extLst>
      <p:ext uri="{BB962C8B-B14F-4D97-AF65-F5344CB8AC3E}">
        <p14:creationId val="486722111"/>
      </p:ext>
    </p:extLst>
  </p:cSld>
</p:sld>
</file>

<file path=ppt/slides/slide7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3" name="">
            <a:extLst>
              <a:ext uri="{FF2B5EF4-FFF2-40B4-BE49-F238E27FC236}">
                <ns2:creationId id="{AAF00ECE-6191-410A-9716-8E8D69B9C125}"/>
              </a:ext>
            </a:extLst>
          </p:cNvPr>
          <p:cNvSpPr>
            <a:spLocks noGrp="1"/>
          </p:cNvSpPr>
          <p:nvPr/>
        </p:nvSpPr>
        <p:spPr>
          <a:xfrm>
            <a:off x="6286500" y="400050"/>
            <a:ext cx="53911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r" rtl="1">
              <a:lnSpc>
                <a:spcPct val="105000"/>
              </a:lnSpc>
              <a:buNone/>
              <a:defRPr sz="2625" b="1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defRPr>
            </a:pPr>
            <a:r>
              <a:rPr sz="2625" b="1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rPr>
              <a:t>خصائص الشعار</a:t>
            </a:r>
          </a:p>
        </p:txBody>
      </p:sp>
      <p:sp>
        <p:nvSpPr>
          <p:cNvPr id="2" name="">
            <a:extLst>
              <a:ext uri="{FF2B5EF4-FFF2-40B4-BE49-F238E27FC236}">
                <ns2:creationId id="{DC9AA820-2357-43EF-A2BC-1A7A26D506FF}"/>
              </a:ext>
            </a:extLst>
          </p:cNvPr>
          <p:cNvSpPr>
            <a:spLocks noGrp="1"/>
          </p:cNvSpPr>
          <p:nvPr/>
        </p:nvSpPr>
        <p:spPr>
          <a:xfrm>
            <a:off x="514350" y="1143000"/>
            <a:ext cx="11163300" cy="0"/>
          </a:xfrm>
          <a:prstGeom prst="line">
            <a:avLst/>
          </a:prstGeom>
          <a:noFill/>
          <a:ln w="9525">
            <a:solidFill>
              <a:srgbClr val="D9DEE8"/>
            </a:solidFill>
            <a:prstDash val="solid"/>
          </a:ln>
        </p:spPr>
      </p:sp>
      <p:sp>
        <p:nvSpPr>
          <p:cNvPr id="3" name="">
            <a:extLst>
              <a:ext uri="{FF2B5EF4-FFF2-40B4-BE49-F238E27FC236}">
                <ns2:creationId id="{BD50C48A-FCDC-4563-9BEF-19C9F31605E5}"/>
              </a:ext>
            </a:extLst>
          </p:cNvPr>
          <p:cNvSpPr>
            <a:spLocks noGrp="1"/>
          </p:cNvSpPr>
          <p:nvPr/>
        </p:nvSpPr>
        <p:spPr>
          <a:xfrm>
            <a:off x="514350" y="6343650"/>
            <a:ext cx="5238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rmAutofit fontScale="97680"/>
          </a:bodyPr>
          <a:lstStyle/>
          <a:p>
            <a:pPr algn="l">
              <a:lnSpc>
                <a:spcPct val="105000"/>
              </a:lnSpc>
              <a:buNone/>
              <a:defRPr sz="975" b="0">
                <a:solidFill>
                  <a:srgbClr val="566072"/>
                </a:solidFill>
                <a:latin typeface="thmanyah sans"/>
                <a:ea typeface="thmanyah sans"/>
                <a:cs typeface="thmanyah sans"/>
              </a:defRPr>
            </a:pPr>
            <a:r>
              <a:rPr sz="975" b="0">
                <a:solidFill>
                  <a:srgbClr val="566072"/>
                </a:solidFill>
                <a:latin typeface="thmanyah sans"/>
                <a:ea typeface="thmanyah sans"/>
                <a:cs typeface="thmanyah sans"/>
              </a:rPr>
              <a:t>07</a:t>
            </a:r>
          </a:p>
        </p:txBody>
      </p:sp>
      <p:sp>
        <p:nvSpPr>
          <p:cNvPr id="4" name="">
            <a:extLst>
              <a:ext uri="{FF2B5EF4-FFF2-40B4-BE49-F238E27FC236}">
                <ns2:creationId id="{57B91972-6C85-4688-B298-F7FC0FABAB34}"/>
              </a:ext>
            </a:extLst>
          </p:cNvPr>
          <p:cNvSpPr>
            <a:spLocks noGrp="1"/>
          </p:cNvSpPr>
          <p:nvPr/>
        </p:nvSpPr>
        <p:spPr>
          <a:xfrm>
            <a:off x="8763000" y="6343650"/>
            <a:ext cx="2914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97680"/>
          </a:bodyPr>
          <a:lstStyle/>
          <a:p>
            <a:pPr algn="r" rtl="1">
              <a:lnSpc>
                <a:spcPct val="105000"/>
              </a:lnSpc>
              <a:buNone/>
              <a:defRPr sz="975" b="0" lang="ar-SA">
                <a:solidFill>
                  <a:srgbClr val="566072"/>
                </a:solidFill>
                <a:latin typeface="thmanyah sans"/>
                <a:ea typeface="thmanyah sans"/>
                <a:cs typeface="thmanyah sans"/>
              </a:defRPr>
            </a:pPr>
            <a:r>
              <a:rPr sz="975" b="0" lang="ar-SA">
                <a:solidFill>
                  <a:srgbClr val="566072"/>
                </a:solidFill>
                <a:latin typeface="thmanyah sans"/>
                <a:ea typeface="thmanyah sans"/>
                <a:cs typeface="thmanyah sans"/>
              </a:rPr>
              <a:t>دليل الهوية البصرية لجداول</a:t>
            </a:r>
          </a:p>
        </p:txBody>
      </p:sp>
      <p:pic>
        <p:nvPicPr>
          <p:cNvPr id="17" name=""/>
          <p:cNvPicPr>
            <a:picLocks noChangeAspect="1"/>
          </p:cNvPicPr>
          <p:nvPr/>
        </p:nvPicPr>
        <p:blipFill>
          <a:blip r:embed="Rf89d37a59f764194"/>
          <a:stretch/>
        </p:blipFill>
        <p:spPr>
          <a:xfrm>
            <a:off x="514350" y="2077970"/>
            <a:ext cx="7810500" cy="2587759"/>
          </a:xfrm>
          <a:prstGeom prst="rect">
            <a:avLst/>
          </a:prstGeom>
        </p:spPr>
      </p:pic>
      <p:sp>
        <p:nvSpPr>
          <p:cNvPr id="6" name="">
            <a:extLst>
              <a:ext uri="{FF2B5EF4-FFF2-40B4-BE49-F238E27FC236}">
                <ns2:creationId id="{BE797861-FA21-4CBA-B7D6-096BADA8FE31}"/>
              </a:ext>
            </a:extLst>
          </p:cNvPr>
          <p:cNvSpPr>
            <a:spLocks noGrp="1"/>
          </p:cNvSpPr>
          <p:nvPr/>
        </p:nvSpPr>
        <p:spPr>
          <a:xfrm>
            <a:off x="7067550" y="2076450"/>
            <a:ext cx="1457325" cy="419100"/>
          </a:xfrm>
          <a:prstGeom prst="line">
            <a:avLst/>
          </a:prstGeom>
          <a:noFill/>
          <a:ln w="19050">
            <a:solidFill>
              <a:srgbClr val="0059FC"/>
            </a:solidFill>
            <a:prstDash val="solid"/>
          </a:ln>
        </p:spPr>
      </p:sp>
      <p:sp>
        <p:nvSpPr>
          <p:cNvPr id="7" name="">
            <a:extLst>
              <a:ext uri="{FF2B5EF4-FFF2-40B4-BE49-F238E27FC236}">
                <ns2:creationId id="{A0699CA5-9BED-4A9D-8B96-F29FDB88A635}"/>
              </a:ext>
            </a:extLst>
          </p:cNvPr>
          <p:cNvSpPr>
            <a:spLocks noGrp="1"/>
          </p:cNvSpPr>
          <p:nvPr/>
        </p:nvSpPr>
        <p:spPr>
          <a:xfrm>
            <a:off x="5810250" y="3657600"/>
            <a:ext cx="2714625" cy="0"/>
          </a:xfrm>
          <a:prstGeom prst="line">
            <a:avLst/>
          </a:prstGeom>
          <a:noFill/>
          <a:ln w="19050">
            <a:solidFill>
              <a:srgbClr val="0059FC"/>
            </a:solidFill>
            <a:prstDash val="solid"/>
          </a:ln>
        </p:spPr>
      </p:sp>
      <p:sp>
        <p:nvSpPr>
          <p:cNvPr id="8" name="">
            <a:extLst>
              <a:ext uri="{FF2B5EF4-FFF2-40B4-BE49-F238E27FC236}">
                <ns2:creationId id="{ED542F38-BFBF-43BD-B219-D08254570EB9}"/>
              </a:ext>
            </a:extLst>
          </p:cNvPr>
          <p:cNvSpPr>
            <a:spLocks noGrp="1"/>
          </p:cNvSpPr>
          <p:nvPr/>
        </p:nvSpPr>
        <p:spPr>
          <a:xfrm>
            <a:off x="3067050" y="4400550"/>
            <a:ext cx="5457825" cy="838200"/>
          </a:xfrm>
          <a:prstGeom prst="line">
            <a:avLst/>
          </a:prstGeom>
          <a:noFill/>
          <a:ln w="19050">
            <a:solidFill>
              <a:srgbClr val="0059FC"/>
            </a:solidFill>
            <a:prstDash val="solid"/>
          </a:ln>
        </p:spPr>
      </p:sp>
      <p:sp>
        <p:nvSpPr>
          <p:cNvPr id="9" name="">
            <a:extLst>
              <a:ext uri="{FF2B5EF4-FFF2-40B4-BE49-F238E27FC236}">
                <ns2:creationId id="{7E84C081-1174-4A5C-9702-C166A064E8C8}"/>
              </a:ext>
            </a:extLst>
          </p:cNvPr>
          <p:cNvSpPr>
            <a:spLocks noGrp="1"/>
          </p:cNvSpPr>
          <p:nvPr/>
        </p:nvSpPr>
        <p:spPr>
          <a:xfrm>
            <a:off x="8572500" y="1390650"/>
            <a:ext cx="310515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r" rtl="1">
              <a:lnSpc>
                <a:spcPct val="105000"/>
              </a:lnSpc>
              <a:buNone/>
              <a:defRPr sz="1575" b="1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defRPr>
            </a:pPr>
            <a:r>
              <a:rPr sz="1575" b="1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rPr>
              <a:t>رمز الجداول الأزرق جزء من القفل</a:t>
            </a:r>
          </a:p>
        </p:txBody>
      </p:sp>
      <p:sp>
        <p:nvSpPr>
          <p:cNvPr id="10" name="">
            <a:extLst>
              <a:ext uri="{FF2B5EF4-FFF2-40B4-BE49-F238E27FC236}">
                <ns2:creationId id="{5AF86C24-2037-4BB9-BC87-4CD8B9C8C76D}"/>
              </a:ext>
            </a:extLst>
          </p:cNvPr>
          <p:cNvSpPr>
            <a:spLocks noGrp="1"/>
          </p:cNvSpPr>
          <p:nvPr/>
        </p:nvSpPr>
        <p:spPr>
          <a:xfrm>
            <a:off x="8572500" y="3352800"/>
            <a:ext cx="31051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r" rtl="1">
              <a:lnSpc>
                <a:spcPct val="105000"/>
              </a:lnSpc>
              <a:buNone/>
              <a:defRPr sz="1575" b="1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defRPr>
            </a:pPr>
            <a:r>
              <a:rPr sz="1575" b="1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rPr>
              <a:t>الاسم العربي مركز العلامة</a:t>
            </a:r>
          </a:p>
        </p:txBody>
      </p:sp>
      <p:sp>
        <p:nvSpPr>
          <p:cNvPr id="11" name="">
            <a:extLst>
              <a:ext uri="{FF2B5EF4-FFF2-40B4-BE49-F238E27FC236}">
                <ns2:creationId id="{EF59C482-3B89-420B-8BF7-4045D9A0C947}"/>
              </a:ext>
            </a:extLst>
          </p:cNvPr>
          <p:cNvSpPr>
            <a:spLocks noGrp="1"/>
          </p:cNvSpPr>
          <p:nvPr/>
        </p:nvSpPr>
        <p:spPr>
          <a:xfrm>
            <a:off x="8572500" y="4933950"/>
            <a:ext cx="310515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r" rtl="1">
              <a:lnSpc>
                <a:spcPct val="105000"/>
              </a:lnSpc>
              <a:buNone/>
              <a:defRPr sz="1575" b="1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defRPr>
            </a:pPr>
            <a:r>
              <a:rPr sz="1575" b="1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rPr>
              <a:t>النقطة الماسية جزء من رسم الجيم</a:t>
            </a:r>
          </a:p>
        </p:txBody>
      </p:sp>
      <p:sp>
        <p:nvSpPr>
          <p:cNvPr id="12" name="">
            <a:extLst>
              <a:ext uri="{FF2B5EF4-FFF2-40B4-BE49-F238E27FC236}">
                <ns2:creationId id="{2173E6B3-BDAF-4CC2-9FFB-8BCA86A05C29}"/>
              </a:ext>
            </a:extLst>
          </p:cNvPr>
          <p:cNvSpPr>
            <a:spLocks noGrp="1"/>
          </p:cNvSpPr>
          <p:nvPr/>
        </p:nvSpPr>
        <p:spPr>
          <a:xfrm>
            <a:off x="8572500" y="5581650"/>
            <a:ext cx="31051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r" rtl="1">
              <a:lnSpc>
                <a:spcPct val="105000"/>
              </a:lnSpc>
              <a:buNone/>
              <a:defRPr sz="1275" b="0" lang="ar-SA">
                <a:solidFill>
                  <a:srgbClr val="566072"/>
                </a:solidFill>
                <a:latin typeface="thmanyah sans"/>
                <a:ea typeface="thmanyah sans"/>
                <a:cs typeface="thmanyah sans"/>
              </a:defRPr>
            </a:pPr>
            <a:r>
              <a:rPr sz="1275" b="0" lang="ar-SA">
                <a:solidFill>
                  <a:srgbClr val="566072"/>
                </a:solidFill>
                <a:latin typeface="thmanyah sans"/>
                <a:ea typeface="thmanyah sans"/>
                <a:cs typeface="thmanyah sans"/>
              </a:rPr>
              <a:t>الخصائص تشرح البناء ولا تبرر تعديله.</a:t>
            </a:r>
          </a:p>
        </p:txBody>
      </p:sp>
    </p:spTree>
    <p:extLst>
      <p:ext uri="{BB962C8B-B14F-4D97-AF65-F5344CB8AC3E}">
        <p14:creationId val="1827744110"/>
      </p:ext>
    </p:extLst>
  </p:cSld>
</p:sld>
</file>

<file path=ppt/slides/slide8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2" name="">
            <a:extLst>
              <a:ext uri="{FF2B5EF4-FFF2-40B4-BE49-F238E27FC236}">
                <ns2:creationId id="{9BC8868E-E0B5-421E-BC47-B33E31D4FBDE}"/>
              </a:ext>
            </a:extLst>
          </p:cNvPr>
          <p:cNvSpPr>
            <a:spLocks noGrp="1"/>
          </p:cNvSpPr>
          <p:nvPr/>
        </p:nvSpPr>
        <p:spPr>
          <a:xfrm>
            <a:off x="6286500" y="400050"/>
            <a:ext cx="53911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r" rtl="1">
              <a:lnSpc>
                <a:spcPct val="105000"/>
              </a:lnSpc>
              <a:buNone/>
              <a:defRPr sz="2625" b="1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defRPr>
            </a:pPr>
            <a:r>
              <a:rPr sz="2625" b="1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rPr>
              <a:t>المساحة الآمنة</a:t>
            </a:r>
          </a:p>
        </p:txBody>
      </p:sp>
      <p:sp>
        <p:nvSpPr>
          <p:cNvPr id="2" name="">
            <a:extLst>
              <a:ext uri="{FF2B5EF4-FFF2-40B4-BE49-F238E27FC236}">
                <ns2:creationId id="{16F5B3D3-1789-4B87-96BE-EBC895317270}"/>
              </a:ext>
            </a:extLst>
          </p:cNvPr>
          <p:cNvSpPr>
            <a:spLocks noGrp="1"/>
          </p:cNvSpPr>
          <p:nvPr/>
        </p:nvSpPr>
        <p:spPr>
          <a:xfrm>
            <a:off x="514350" y="1143000"/>
            <a:ext cx="11163300" cy="0"/>
          </a:xfrm>
          <a:prstGeom prst="line">
            <a:avLst/>
          </a:prstGeom>
          <a:noFill/>
          <a:ln w="9525">
            <a:solidFill>
              <a:srgbClr val="D9DEE8"/>
            </a:solidFill>
            <a:prstDash val="solid"/>
          </a:ln>
        </p:spPr>
      </p:sp>
      <p:sp>
        <p:nvSpPr>
          <p:cNvPr id="3" name="">
            <a:extLst>
              <a:ext uri="{FF2B5EF4-FFF2-40B4-BE49-F238E27FC236}">
                <ns2:creationId id="{51E36F51-740F-4F58-ADB6-700B4B70716C}"/>
              </a:ext>
            </a:extLst>
          </p:cNvPr>
          <p:cNvSpPr>
            <a:spLocks noGrp="1"/>
          </p:cNvSpPr>
          <p:nvPr/>
        </p:nvSpPr>
        <p:spPr>
          <a:xfrm>
            <a:off x="514350" y="6343650"/>
            <a:ext cx="5238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rmAutofit fontScale="97680"/>
          </a:bodyPr>
          <a:lstStyle/>
          <a:p>
            <a:pPr algn="l">
              <a:lnSpc>
                <a:spcPct val="105000"/>
              </a:lnSpc>
              <a:buNone/>
              <a:defRPr sz="975" b="0">
                <a:solidFill>
                  <a:srgbClr val="566072"/>
                </a:solidFill>
                <a:latin typeface="thmanyah sans"/>
                <a:ea typeface="thmanyah sans"/>
                <a:cs typeface="thmanyah sans"/>
              </a:defRPr>
            </a:pPr>
            <a:r>
              <a:rPr sz="975" b="0">
                <a:solidFill>
                  <a:srgbClr val="566072"/>
                </a:solidFill>
                <a:latin typeface="thmanyah sans"/>
                <a:ea typeface="thmanyah sans"/>
                <a:cs typeface="thmanyah sans"/>
              </a:rPr>
              <a:t>08</a:t>
            </a:r>
          </a:p>
        </p:txBody>
      </p:sp>
      <p:sp>
        <p:nvSpPr>
          <p:cNvPr id="4" name="">
            <a:extLst>
              <a:ext uri="{FF2B5EF4-FFF2-40B4-BE49-F238E27FC236}">
                <ns2:creationId id="{1138252D-6C3F-4809-8EA1-66234A721560}"/>
              </a:ext>
            </a:extLst>
          </p:cNvPr>
          <p:cNvSpPr>
            <a:spLocks noGrp="1"/>
          </p:cNvSpPr>
          <p:nvPr/>
        </p:nvSpPr>
        <p:spPr>
          <a:xfrm>
            <a:off x="8763000" y="6343650"/>
            <a:ext cx="2914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97680"/>
          </a:bodyPr>
          <a:lstStyle/>
          <a:p>
            <a:pPr algn="r" rtl="1">
              <a:lnSpc>
                <a:spcPct val="105000"/>
              </a:lnSpc>
              <a:buNone/>
              <a:defRPr sz="975" b="0" lang="ar-SA">
                <a:solidFill>
                  <a:srgbClr val="566072"/>
                </a:solidFill>
                <a:latin typeface="thmanyah sans"/>
                <a:ea typeface="thmanyah sans"/>
                <a:cs typeface="thmanyah sans"/>
              </a:defRPr>
            </a:pPr>
            <a:r>
              <a:rPr sz="975" b="0" lang="ar-SA">
                <a:solidFill>
                  <a:srgbClr val="566072"/>
                </a:solidFill>
                <a:latin typeface="thmanyah sans"/>
                <a:ea typeface="thmanyah sans"/>
                <a:cs typeface="thmanyah sans"/>
              </a:rPr>
              <a:t>دليل الهوية البصرية لجداول</a:t>
            </a:r>
          </a:p>
        </p:txBody>
      </p:sp>
      <p:sp>
        <p:nvSpPr>
          <p:cNvPr id="5" name="">
            <a:extLst>
              <a:ext uri="{FF2B5EF4-FFF2-40B4-BE49-F238E27FC236}">
                <ns2:creationId id="{BFF90212-8380-49EB-BBAD-80496B8D72B3}"/>
              </a:ext>
            </a:extLst>
          </p:cNvPr>
          <p:cNvSpPr>
            <a:spLocks noGrp="1"/>
          </p:cNvSpPr>
          <p:nvPr/>
        </p:nvSpPr>
        <p:spPr>
          <a:xfrm>
            <a:off x="990600" y="1562100"/>
            <a:ext cx="10210800" cy="4038600"/>
          </a:xfrm>
          <a:prstGeom prst="roundRect">
            <a:avLst>
              <a:gd name="adj" fmla="val 3774"/>
            </a:avLst>
          </a:prstGeom>
          <a:solidFill>
            <a:srgbClr val="F6F7FB"/>
          </a:solidFill>
          <a:ln w="19050">
            <a:solidFill>
              <a:srgbClr val="E6EEFF"/>
            </a:solidFill>
            <a:prstDash val="solid"/>
          </a:ln>
        </p:spPr>
      </p:sp>
      <p:pic>
        <p:nvPicPr>
          <p:cNvPr id="17" name=""/>
          <p:cNvPicPr>
            <a:picLocks noChangeAspect="1"/>
          </p:cNvPicPr>
          <p:nvPr/>
        </p:nvPicPr>
        <p:blipFill>
          <a:blip r:embed="R69cf8b3c033f4aff"/>
          <a:stretch/>
        </p:blipFill>
        <p:spPr>
          <a:xfrm>
            <a:off x="2514600" y="2442443"/>
            <a:ext cx="7162800" cy="2373165"/>
          </a:xfrm>
          <a:prstGeom prst="rect">
            <a:avLst/>
          </a:prstGeom>
        </p:spPr>
      </p:pic>
      <p:sp>
        <p:nvSpPr>
          <p:cNvPr id="7" name="">
            <a:extLst>
              <a:ext uri="{FF2B5EF4-FFF2-40B4-BE49-F238E27FC236}">
                <ns2:creationId id="{7238E3EA-18A5-42F3-B282-C0E5A4D4C6F2}"/>
              </a:ext>
            </a:extLst>
          </p:cNvPr>
          <p:cNvSpPr>
            <a:spLocks noGrp="1"/>
          </p:cNvSpPr>
          <p:nvPr/>
        </p:nvSpPr>
        <p:spPr>
          <a:xfrm>
            <a:off x="1009650" y="3409950"/>
            <a:ext cx="685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rmAutofit fontScale="100000"/>
          </a:bodyPr>
          <a:lstStyle/>
          <a:p>
            <a:pPr algn="ctr">
              <a:lnSpc>
                <a:spcPct val="105000"/>
              </a:lnSpc>
              <a:buNone/>
              <a:defRPr sz="1800" b="1">
                <a:solidFill>
                  <a:srgbClr val="0059FC"/>
                </a:solidFill>
                <a:latin typeface="thmanyah sans"/>
                <a:ea typeface="thmanyah sans"/>
                <a:cs typeface="thmanyah sans"/>
              </a:defRPr>
            </a:pPr>
            <a:r>
              <a:rPr sz="1800" b="1">
                <a:solidFill>
                  <a:srgbClr val="0059FC"/>
                </a:solidFill>
                <a:latin typeface="thmanyah sans"/>
                <a:ea typeface="thmanyah sans"/>
                <a:cs typeface="thmanyah sans"/>
              </a:rPr>
              <a:t>X</a:t>
            </a:r>
          </a:p>
        </p:txBody>
      </p:sp>
      <p:sp>
        <p:nvSpPr>
          <p:cNvPr id="8" name="">
            <a:extLst>
              <a:ext uri="{FF2B5EF4-FFF2-40B4-BE49-F238E27FC236}">
                <ns2:creationId id="{B7D53989-DC03-4E20-8FE3-C1353140040A}"/>
              </a:ext>
            </a:extLst>
          </p:cNvPr>
          <p:cNvSpPr>
            <a:spLocks noGrp="1"/>
          </p:cNvSpPr>
          <p:nvPr/>
        </p:nvSpPr>
        <p:spPr>
          <a:xfrm>
            <a:off x="10515600" y="3409950"/>
            <a:ext cx="685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rmAutofit fontScale="100000"/>
          </a:bodyPr>
          <a:lstStyle/>
          <a:p>
            <a:pPr algn="ctr">
              <a:lnSpc>
                <a:spcPct val="105000"/>
              </a:lnSpc>
              <a:buNone/>
              <a:defRPr sz="1800" b="1">
                <a:solidFill>
                  <a:srgbClr val="0059FC"/>
                </a:solidFill>
                <a:latin typeface="thmanyah sans"/>
                <a:ea typeface="thmanyah sans"/>
                <a:cs typeface="thmanyah sans"/>
              </a:defRPr>
            </a:pPr>
            <a:r>
              <a:rPr sz="1800" b="1">
                <a:solidFill>
                  <a:srgbClr val="0059FC"/>
                </a:solidFill>
                <a:latin typeface="thmanyah sans"/>
                <a:ea typeface="thmanyah sans"/>
                <a:cs typeface="thmanyah sans"/>
              </a:rPr>
              <a:t>X</a:t>
            </a:r>
          </a:p>
        </p:txBody>
      </p:sp>
      <p:sp>
        <p:nvSpPr>
          <p:cNvPr id="9" name="">
            <a:extLst>
              <a:ext uri="{FF2B5EF4-FFF2-40B4-BE49-F238E27FC236}">
                <ns2:creationId id="{AA16869C-7F0F-4064-8EB7-A77074A5C6C6}"/>
              </a:ext>
            </a:extLst>
          </p:cNvPr>
          <p:cNvSpPr>
            <a:spLocks noGrp="1"/>
          </p:cNvSpPr>
          <p:nvPr/>
        </p:nvSpPr>
        <p:spPr>
          <a:xfrm>
            <a:off x="5753100" y="1562100"/>
            <a:ext cx="685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rmAutofit fontScale="100000"/>
          </a:bodyPr>
          <a:lstStyle/>
          <a:p>
            <a:pPr algn="ctr">
              <a:lnSpc>
                <a:spcPct val="105000"/>
              </a:lnSpc>
              <a:buNone/>
              <a:defRPr sz="1800" b="1">
                <a:solidFill>
                  <a:srgbClr val="0059FC"/>
                </a:solidFill>
                <a:latin typeface="thmanyah sans"/>
                <a:ea typeface="thmanyah sans"/>
                <a:cs typeface="thmanyah sans"/>
              </a:defRPr>
            </a:pPr>
            <a:r>
              <a:rPr sz="1800" b="1">
                <a:solidFill>
                  <a:srgbClr val="0059FC"/>
                </a:solidFill>
                <a:latin typeface="thmanyah sans"/>
                <a:ea typeface="thmanyah sans"/>
                <a:cs typeface="thmanyah sans"/>
              </a:rPr>
              <a:t>X</a:t>
            </a:r>
          </a:p>
        </p:txBody>
      </p:sp>
      <p:sp>
        <p:nvSpPr>
          <p:cNvPr id="10" name="">
            <a:extLst>
              <a:ext uri="{FF2B5EF4-FFF2-40B4-BE49-F238E27FC236}">
                <ns2:creationId id="{BDCC590E-2B68-40C4-A34F-77F11AC43F2C}"/>
              </a:ext>
            </a:extLst>
          </p:cNvPr>
          <p:cNvSpPr>
            <a:spLocks noGrp="1"/>
          </p:cNvSpPr>
          <p:nvPr/>
        </p:nvSpPr>
        <p:spPr>
          <a:xfrm>
            <a:off x="5753100" y="5143500"/>
            <a:ext cx="685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rmAutofit fontScale="100000"/>
          </a:bodyPr>
          <a:lstStyle/>
          <a:p>
            <a:pPr algn="ctr">
              <a:lnSpc>
                <a:spcPct val="105000"/>
              </a:lnSpc>
              <a:buNone/>
              <a:defRPr sz="1800" b="1">
                <a:solidFill>
                  <a:srgbClr val="0059FC"/>
                </a:solidFill>
                <a:latin typeface="thmanyah sans"/>
                <a:ea typeface="thmanyah sans"/>
                <a:cs typeface="thmanyah sans"/>
              </a:defRPr>
            </a:pPr>
            <a:r>
              <a:rPr sz="1800" b="1">
                <a:solidFill>
                  <a:srgbClr val="0059FC"/>
                </a:solidFill>
                <a:latin typeface="thmanyah sans"/>
                <a:ea typeface="thmanyah sans"/>
                <a:cs typeface="thmanyah sans"/>
              </a:rPr>
              <a:t>X</a:t>
            </a:r>
          </a:p>
        </p:txBody>
      </p:sp>
      <p:sp>
        <p:nvSpPr>
          <p:cNvPr id="11" name="">
            <a:extLst>
              <a:ext uri="{FF2B5EF4-FFF2-40B4-BE49-F238E27FC236}">
                <ns2:creationId id="{1B75FC17-F91A-448C-B25C-CF2FF759C113}"/>
              </a:ext>
            </a:extLst>
          </p:cNvPr>
          <p:cNvSpPr>
            <a:spLocks noGrp="1"/>
          </p:cNvSpPr>
          <p:nvPr/>
        </p:nvSpPr>
        <p:spPr>
          <a:xfrm>
            <a:off x="2190750" y="5810250"/>
            <a:ext cx="7810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ctr" rtl="1">
              <a:lnSpc>
                <a:spcPct val="105000"/>
              </a:lnSpc>
              <a:buNone/>
              <a:defRPr sz="1425" b="0" lang="ar-SA">
                <a:solidFill>
                  <a:srgbClr val="566072"/>
                </a:solidFill>
                <a:latin typeface="thmanyah sans"/>
                <a:ea typeface="thmanyah sans"/>
                <a:cs typeface="thmanyah sans"/>
              </a:defRPr>
            </a:pPr>
            <a:r>
              <a:rPr sz="1425" b="0" lang="ar-SA">
                <a:solidFill>
                  <a:srgbClr val="566072"/>
                </a:solidFill>
                <a:latin typeface="thmanyah sans"/>
                <a:ea typeface="thmanyah sans"/>
                <a:cs typeface="thmanyah sans"/>
              </a:rPr>
              <a:t>X يساوي ارتفاع خلية زرقاء واحدة من رمز الجداول. اترك هذه المسافة خالية حول القفل كاملًا.</a:t>
            </a:r>
          </a:p>
        </p:txBody>
      </p:sp>
    </p:spTree>
    <p:extLst>
      <p:ext uri="{BB962C8B-B14F-4D97-AF65-F5344CB8AC3E}">
        <p14:creationId val="1615379490"/>
      </p:ext>
    </p:extLst>
  </p:cSld>
</p:sld>
</file>

<file path=ppt/slides/slide9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3" name="">
            <a:extLst>
              <a:ext uri="{FF2B5EF4-FFF2-40B4-BE49-F238E27FC236}">
                <ns2:creationId id="{38FC0A8C-C758-4052-B313-B8562005C854}"/>
              </a:ext>
            </a:extLst>
          </p:cNvPr>
          <p:cNvSpPr>
            <a:spLocks noGrp="1"/>
          </p:cNvSpPr>
          <p:nvPr/>
        </p:nvSpPr>
        <p:spPr>
          <a:xfrm>
            <a:off x="6286500" y="400050"/>
            <a:ext cx="53911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r" rtl="1">
              <a:lnSpc>
                <a:spcPct val="105000"/>
              </a:lnSpc>
              <a:buNone/>
              <a:defRPr sz="2625" b="1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defRPr>
            </a:pPr>
            <a:r>
              <a:rPr sz="2625" b="1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rPr>
              <a:t>الحجم الأدنى</a:t>
            </a:r>
          </a:p>
        </p:txBody>
      </p:sp>
      <p:sp>
        <p:nvSpPr>
          <p:cNvPr id="2" name="">
            <a:extLst>
              <a:ext uri="{FF2B5EF4-FFF2-40B4-BE49-F238E27FC236}">
                <ns2:creationId id="{079BF458-C817-44A1-A92F-6E685B2D6D5E}"/>
              </a:ext>
            </a:extLst>
          </p:cNvPr>
          <p:cNvSpPr>
            <a:spLocks noGrp="1"/>
          </p:cNvSpPr>
          <p:nvPr/>
        </p:nvSpPr>
        <p:spPr>
          <a:xfrm>
            <a:off x="514350" y="1143000"/>
            <a:ext cx="11163300" cy="0"/>
          </a:xfrm>
          <a:prstGeom prst="line">
            <a:avLst/>
          </a:prstGeom>
          <a:noFill/>
          <a:ln w="9525">
            <a:solidFill>
              <a:srgbClr val="D9DEE8"/>
            </a:solidFill>
            <a:prstDash val="solid"/>
          </a:ln>
        </p:spPr>
      </p:sp>
      <p:sp>
        <p:nvSpPr>
          <p:cNvPr id="3" name="">
            <a:extLst>
              <a:ext uri="{FF2B5EF4-FFF2-40B4-BE49-F238E27FC236}">
                <ns2:creationId id="{C4F82510-3217-4A2F-A62F-01A5B38B729A}"/>
              </a:ext>
            </a:extLst>
          </p:cNvPr>
          <p:cNvSpPr>
            <a:spLocks noGrp="1"/>
          </p:cNvSpPr>
          <p:nvPr/>
        </p:nvSpPr>
        <p:spPr>
          <a:xfrm>
            <a:off x="514350" y="6343650"/>
            <a:ext cx="5238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rmAutofit fontScale="97680"/>
          </a:bodyPr>
          <a:lstStyle/>
          <a:p>
            <a:pPr algn="l">
              <a:lnSpc>
                <a:spcPct val="105000"/>
              </a:lnSpc>
              <a:buNone/>
              <a:defRPr sz="975" b="0">
                <a:solidFill>
                  <a:srgbClr val="566072"/>
                </a:solidFill>
                <a:latin typeface="thmanyah sans"/>
                <a:ea typeface="thmanyah sans"/>
                <a:cs typeface="thmanyah sans"/>
              </a:defRPr>
            </a:pPr>
            <a:r>
              <a:rPr sz="975" b="0">
                <a:solidFill>
                  <a:srgbClr val="566072"/>
                </a:solidFill>
                <a:latin typeface="thmanyah sans"/>
                <a:ea typeface="thmanyah sans"/>
                <a:cs typeface="thmanyah sans"/>
              </a:rPr>
              <a:t>09</a:t>
            </a:r>
          </a:p>
        </p:txBody>
      </p:sp>
      <p:sp>
        <p:nvSpPr>
          <p:cNvPr id="4" name="">
            <a:extLst>
              <a:ext uri="{FF2B5EF4-FFF2-40B4-BE49-F238E27FC236}">
                <ns2:creationId id="{3C5CD40A-BA96-41C7-B428-919D3FEDDD10}"/>
              </a:ext>
            </a:extLst>
          </p:cNvPr>
          <p:cNvSpPr>
            <a:spLocks noGrp="1"/>
          </p:cNvSpPr>
          <p:nvPr/>
        </p:nvSpPr>
        <p:spPr>
          <a:xfrm>
            <a:off x="8763000" y="6343650"/>
            <a:ext cx="2914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97680"/>
          </a:bodyPr>
          <a:lstStyle/>
          <a:p>
            <a:pPr algn="r" rtl="1">
              <a:lnSpc>
                <a:spcPct val="105000"/>
              </a:lnSpc>
              <a:buNone/>
              <a:defRPr sz="975" b="0" lang="ar-SA">
                <a:solidFill>
                  <a:srgbClr val="566072"/>
                </a:solidFill>
                <a:latin typeface="thmanyah sans"/>
                <a:ea typeface="thmanyah sans"/>
                <a:cs typeface="thmanyah sans"/>
              </a:defRPr>
            </a:pPr>
            <a:r>
              <a:rPr sz="975" b="0" lang="ar-SA">
                <a:solidFill>
                  <a:srgbClr val="566072"/>
                </a:solidFill>
                <a:latin typeface="thmanyah sans"/>
                <a:ea typeface="thmanyah sans"/>
                <a:cs typeface="thmanyah sans"/>
              </a:rPr>
              <a:t>دليل الهوية البصرية لجداول</a:t>
            </a:r>
          </a:p>
        </p:txBody>
      </p:sp>
      <p:sp>
        <p:nvSpPr>
          <p:cNvPr id="5" name="">
            <a:extLst>
              <a:ext uri="{FF2B5EF4-FFF2-40B4-BE49-F238E27FC236}">
                <ns2:creationId id="{8833CB09-12F7-48F5-AE76-6A0CDAB3C225}"/>
              </a:ext>
            </a:extLst>
          </p:cNvPr>
          <p:cNvSpPr>
            <a:spLocks noGrp="1"/>
          </p:cNvSpPr>
          <p:nvPr/>
        </p:nvSpPr>
        <p:spPr>
          <a:xfrm>
            <a:off x="9715500" y="1428750"/>
            <a:ext cx="19621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r" rtl="1">
              <a:lnSpc>
                <a:spcPct val="105000"/>
              </a:lnSpc>
              <a:buNone/>
              <a:defRPr sz="1500" b="1" lang="ar-SA">
                <a:solidFill>
                  <a:srgbClr val="0059FC"/>
                </a:solidFill>
                <a:latin typeface="thmanyah sans"/>
                <a:ea typeface="thmanyah sans"/>
                <a:cs typeface="thmanyah sans"/>
              </a:defRPr>
            </a:pPr>
            <a:r>
              <a:rPr sz="1500" b="1" lang="ar-SA">
                <a:solidFill>
                  <a:srgbClr val="0059FC"/>
                </a:solidFill>
                <a:latin typeface="thmanyah sans"/>
                <a:ea typeface="thmanyah sans"/>
                <a:cs typeface="thmanyah sans"/>
              </a:rPr>
              <a:t>رقمي</a:t>
            </a:r>
          </a:p>
        </p:txBody>
      </p:sp>
      <p:pic>
        <p:nvPicPr>
          <p:cNvPr id="18" name=""/>
          <p:cNvPicPr>
            <a:picLocks noChangeAspect="1"/>
          </p:cNvPicPr>
          <p:nvPr/>
        </p:nvPicPr>
        <p:blipFill>
          <a:blip r:embed="Ra76883c1a99945ad"/>
          <a:stretch/>
        </p:blipFill>
        <p:spPr>
          <a:xfrm>
            <a:off x="6915150" y="2068549"/>
            <a:ext cx="4762500" cy="1577902"/>
          </a:xfrm>
          <a:prstGeom prst="rect">
            <a:avLst/>
          </a:prstGeom>
        </p:spPr>
      </p:pic>
      <p:sp>
        <p:nvSpPr>
          <p:cNvPr id="7" name="">
            <a:extLst>
              <a:ext uri="{FF2B5EF4-FFF2-40B4-BE49-F238E27FC236}">
                <ns2:creationId id="{35A42D0C-BF30-4EA2-AA24-32861636855A}"/>
              </a:ext>
            </a:extLst>
          </p:cNvPr>
          <p:cNvSpPr>
            <a:spLocks noGrp="1"/>
          </p:cNvSpPr>
          <p:nvPr/>
        </p:nvSpPr>
        <p:spPr>
          <a:xfrm>
            <a:off x="6915150" y="3810000"/>
            <a:ext cx="4762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r" rtl="1">
              <a:lnSpc>
                <a:spcPct val="105000"/>
              </a:lnSpc>
              <a:buNone/>
              <a:defRPr sz="1425" b="0" lang="ar-SA">
                <a:solidFill>
                  <a:srgbClr val="566072"/>
                </a:solidFill>
                <a:latin typeface="thmanyah sans"/>
                <a:ea typeface="thmanyah sans"/>
                <a:cs typeface="thmanyah sans"/>
              </a:defRPr>
            </a:pPr>
            <a:r>
              <a:rPr sz="1425" b="0" lang="ar-SA">
                <a:solidFill>
                  <a:srgbClr val="566072"/>
                </a:solidFill>
                <a:latin typeface="thmanyah sans"/>
                <a:ea typeface="thmanyah sans"/>
                <a:cs typeface="thmanyah sans"/>
              </a:rPr>
              <a:t>العرض الأدنى الموصى به: مئة وثمانون بكسل</a:t>
            </a:r>
          </a:p>
        </p:txBody>
      </p:sp>
      <p:sp>
        <p:nvSpPr>
          <p:cNvPr id="8" name="">
            <a:extLst>
              <a:ext uri="{FF2B5EF4-FFF2-40B4-BE49-F238E27FC236}">
                <ns2:creationId id="{DBD60738-B11D-4FA9-880D-66851A318390}"/>
              </a:ext>
            </a:extLst>
          </p:cNvPr>
          <p:cNvSpPr>
            <a:spLocks noGrp="1"/>
          </p:cNvSpPr>
          <p:nvPr/>
        </p:nvSpPr>
        <p:spPr>
          <a:xfrm>
            <a:off x="4114800" y="1428750"/>
            <a:ext cx="19621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r" rtl="1">
              <a:lnSpc>
                <a:spcPct val="105000"/>
              </a:lnSpc>
              <a:buNone/>
              <a:defRPr sz="1500" b="1" lang="ar-SA">
                <a:solidFill>
                  <a:srgbClr val="0059FC"/>
                </a:solidFill>
                <a:latin typeface="thmanyah sans"/>
                <a:ea typeface="thmanyah sans"/>
                <a:cs typeface="thmanyah sans"/>
              </a:defRPr>
            </a:pPr>
            <a:r>
              <a:rPr sz="1500" b="1" lang="ar-SA">
                <a:solidFill>
                  <a:srgbClr val="0059FC"/>
                </a:solidFill>
                <a:latin typeface="thmanyah sans"/>
                <a:ea typeface="thmanyah sans"/>
                <a:cs typeface="thmanyah sans"/>
              </a:rPr>
              <a:t>مطبوع</a:t>
            </a:r>
          </a:p>
        </p:txBody>
      </p:sp>
      <p:pic>
        <p:nvPicPr>
          <p:cNvPr id="21" name=""/>
          <p:cNvPicPr>
            <a:picLocks noChangeAspect="1"/>
          </p:cNvPicPr>
          <p:nvPr/>
        </p:nvPicPr>
        <p:blipFill>
          <a:blip r:embed="R6c6447edd2154494"/>
          <a:stretch/>
        </p:blipFill>
        <p:spPr>
          <a:xfrm>
            <a:off x="1314450" y="2392399"/>
            <a:ext cx="4762500" cy="1577902"/>
          </a:xfrm>
          <a:prstGeom prst="rect">
            <a:avLst/>
          </a:prstGeom>
        </p:spPr>
      </p:pic>
      <p:sp>
        <p:nvSpPr>
          <p:cNvPr id="10" name="">
            <a:extLst>
              <a:ext uri="{FF2B5EF4-FFF2-40B4-BE49-F238E27FC236}">
                <ns2:creationId id="{3F266CE3-9C25-4059-83A1-A14292287BBE}"/>
              </a:ext>
            </a:extLst>
          </p:cNvPr>
          <p:cNvSpPr>
            <a:spLocks noGrp="1"/>
          </p:cNvSpPr>
          <p:nvPr/>
        </p:nvSpPr>
        <p:spPr>
          <a:xfrm>
            <a:off x="1314450" y="4133850"/>
            <a:ext cx="4762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r" rtl="1">
              <a:lnSpc>
                <a:spcPct val="105000"/>
              </a:lnSpc>
              <a:buNone/>
              <a:defRPr sz="1425" b="0" lang="ar-SA">
                <a:solidFill>
                  <a:srgbClr val="566072"/>
                </a:solidFill>
                <a:latin typeface="thmanyah sans"/>
                <a:ea typeface="thmanyah sans"/>
                <a:cs typeface="thmanyah sans"/>
              </a:defRPr>
            </a:pPr>
            <a:r>
              <a:rPr sz="1425" b="0" lang="ar-SA">
                <a:solidFill>
                  <a:srgbClr val="566072"/>
                </a:solidFill>
                <a:latin typeface="thmanyah sans"/>
                <a:ea typeface="thmanyah sans"/>
                <a:cs typeface="thmanyah sans"/>
              </a:rPr>
              <a:t>العرض الأدنى الموصى به: خمسة وأربعون مليمترًا</a:t>
            </a:r>
          </a:p>
        </p:txBody>
      </p:sp>
      <p:sp>
        <p:nvSpPr>
          <p:cNvPr id="11" name="">
            <a:extLst>
              <a:ext uri="{FF2B5EF4-FFF2-40B4-BE49-F238E27FC236}">
                <ns2:creationId id="{8FAEDF5C-D458-4F81-AED6-07C617701116}"/>
              </a:ext>
            </a:extLst>
          </p:cNvPr>
          <p:cNvSpPr>
            <a:spLocks noGrp="1"/>
          </p:cNvSpPr>
          <p:nvPr/>
        </p:nvSpPr>
        <p:spPr>
          <a:xfrm>
            <a:off x="6305550" y="1504950"/>
            <a:ext cx="0" cy="3714750"/>
          </a:xfrm>
          <a:prstGeom prst="line">
            <a:avLst/>
          </a:prstGeom>
          <a:noFill/>
          <a:ln w="9525">
            <a:solidFill>
              <a:srgbClr val="D9DEE8"/>
            </a:solidFill>
            <a:prstDash val="solid"/>
          </a:ln>
        </p:spPr>
      </p:sp>
      <p:sp>
        <p:nvSpPr>
          <p:cNvPr id="12" name="">
            <a:extLst>
              <a:ext uri="{FF2B5EF4-FFF2-40B4-BE49-F238E27FC236}">
                <ns2:creationId id="{03B18B45-8DD5-4A02-AD7A-F6E2F3B3FE1F}"/>
              </a:ext>
            </a:extLst>
          </p:cNvPr>
          <p:cNvSpPr>
            <a:spLocks noGrp="1"/>
          </p:cNvSpPr>
          <p:nvPr/>
        </p:nvSpPr>
        <p:spPr>
          <a:xfrm>
            <a:off x="2514600" y="5372100"/>
            <a:ext cx="71628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ctr" rtl="1">
              <a:lnSpc>
                <a:spcPct val="105000"/>
              </a:lnSpc>
              <a:buNone/>
              <a:defRPr sz="1500" b="1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defRPr>
            </a:pPr>
            <a:r>
              <a:rPr sz="1500" b="1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rPr>
              <a:t>إذا فقدت خلايا الرمز أو النقطة الماسية أو الفراغات الداخلية وضوحها، استخدم مساحة أكبر.</a:t>
            </a:r>
          </a:p>
        </p:txBody>
      </p:sp>
    </p:spTree>
    <p:extLst>
      <p:ext uri="{BB962C8B-B14F-4D97-AF65-F5344CB8AC3E}">
        <p14:creationId val="495395362"/>
      </p:ext>
    </p:extLst>
  </p:cSld>
</p:sld>
</file>

<file path=ppt/slides/slide10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7" name="">
            <a:extLst>
              <a:ext uri="{FF2B5EF4-FFF2-40B4-BE49-F238E27FC236}">
                <ns2:creationId id="{1F5BED30-829D-4EAE-8308-A6EE4863FA3E}"/>
              </a:ext>
            </a:extLst>
          </p:cNvPr>
          <p:cNvSpPr>
            <a:spLocks noGrp="1"/>
          </p:cNvSpPr>
          <p:nvPr/>
        </p:nvSpPr>
        <p:spPr>
          <a:xfrm>
            <a:off x="6286500" y="400050"/>
            <a:ext cx="53911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r" rtl="1">
              <a:lnSpc>
                <a:spcPct val="105000"/>
              </a:lnSpc>
              <a:buNone/>
              <a:defRPr sz="2625" b="1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defRPr>
            </a:pPr>
            <a:r>
              <a:rPr sz="2625" b="1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rPr>
              <a:t>نسخ الشعار</a:t>
            </a:r>
          </a:p>
        </p:txBody>
      </p:sp>
      <p:sp>
        <p:nvSpPr>
          <p:cNvPr id="2" name="">
            <a:extLst>
              <a:ext uri="{FF2B5EF4-FFF2-40B4-BE49-F238E27FC236}">
                <ns2:creationId id="{1AE9A1ED-499F-4C60-A00E-ED27C11FBC0A}"/>
              </a:ext>
            </a:extLst>
          </p:cNvPr>
          <p:cNvSpPr>
            <a:spLocks noGrp="1"/>
          </p:cNvSpPr>
          <p:nvPr/>
        </p:nvSpPr>
        <p:spPr>
          <a:xfrm>
            <a:off x="514350" y="1143000"/>
            <a:ext cx="11163300" cy="0"/>
          </a:xfrm>
          <a:prstGeom prst="line">
            <a:avLst/>
          </a:prstGeom>
          <a:noFill/>
          <a:ln w="9525">
            <a:solidFill>
              <a:srgbClr val="D9DEE8"/>
            </a:solidFill>
            <a:prstDash val="solid"/>
          </a:ln>
        </p:spPr>
      </p:sp>
      <p:sp>
        <p:nvSpPr>
          <p:cNvPr id="3" name="">
            <a:extLst>
              <a:ext uri="{FF2B5EF4-FFF2-40B4-BE49-F238E27FC236}">
                <ns2:creationId id="{4EB1250A-D00A-4A84-8F5C-B0F155A9F217}"/>
              </a:ext>
            </a:extLst>
          </p:cNvPr>
          <p:cNvSpPr>
            <a:spLocks noGrp="1"/>
          </p:cNvSpPr>
          <p:nvPr/>
        </p:nvSpPr>
        <p:spPr>
          <a:xfrm>
            <a:off x="514350" y="6343650"/>
            <a:ext cx="5238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rmAutofit fontScale="97680"/>
          </a:bodyPr>
          <a:lstStyle/>
          <a:p>
            <a:pPr algn="l">
              <a:lnSpc>
                <a:spcPct val="105000"/>
              </a:lnSpc>
              <a:buNone/>
              <a:defRPr sz="975" b="0">
                <a:solidFill>
                  <a:srgbClr val="566072"/>
                </a:solidFill>
                <a:latin typeface="thmanyah sans"/>
                <a:ea typeface="thmanyah sans"/>
                <a:cs typeface="thmanyah sans"/>
              </a:defRPr>
            </a:pPr>
            <a:r>
              <a:rPr sz="975" b="0">
                <a:solidFill>
                  <a:srgbClr val="566072"/>
                </a:solidFill>
                <a:latin typeface="thmanyah sans"/>
                <a:ea typeface="thmanyah sans"/>
                <a:cs typeface="thmanyah sans"/>
              </a:rPr>
              <a:t>10</a:t>
            </a:r>
          </a:p>
        </p:txBody>
      </p:sp>
      <p:sp>
        <p:nvSpPr>
          <p:cNvPr id="4" name="">
            <a:extLst>
              <a:ext uri="{FF2B5EF4-FFF2-40B4-BE49-F238E27FC236}">
                <ns2:creationId id="{D2A246E6-E89F-4D48-8906-B67DFBB28349}"/>
              </a:ext>
            </a:extLst>
          </p:cNvPr>
          <p:cNvSpPr>
            <a:spLocks noGrp="1"/>
          </p:cNvSpPr>
          <p:nvPr/>
        </p:nvSpPr>
        <p:spPr>
          <a:xfrm>
            <a:off x="8763000" y="6343650"/>
            <a:ext cx="2914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97680"/>
          </a:bodyPr>
          <a:lstStyle/>
          <a:p>
            <a:pPr algn="r" rtl="1">
              <a:lnSpc>
                <a:spcPct val="105000"/>
              </a:lnSpc>
              <a:buNone/>
              <a:defRPr sz="975" b="0" lang="ar-SA">
                <a:solidFill>
                  <a:srgbClr val="566072"/>
                </a:solidFill>
                <a:latin typeface="thmanyah sans"/>
                <a:ea typeface="thmanyah sans"/>
                <a:cs typeface="thmanyah sans"/>
              </a:defRPr>
            </a:pPr>
            <a:r>
              <a:rPr sz="975" b="0" lang="ar-SA">
                <a:solidFill>
                  <a:srgbClr val="566072"/>
                </a:solidFill>
                <a:latin typeface="thmanyah sans"/>
                <a:ea typeface="thmanyah sans"/>
                <a:cs typeface="thmanyah sans"/>
              </a:rPr>
              <a:t>دليل الهوية البصرية لجداول</a:t>
            </a:r>
          </a:p>
        </p:txBody>
      </p:sp>
      <p:sp>
        <p:nvSpPr>
          <p:cNvPr id="5" name="">
            <a:extLst>
              <a:ext uri="{FF2B5EF4-FFF2-40B4-BE49-F238E27FC236}">
                <ns2:creationId id="{1E354140-9284-412B-B352-55A02C7589F4}"/>
              </a:ext>
            </a:extLst>
          </p:cNvPr>
          <p:cNvSpPr>
            <a:spLocks noGrp="1"/>
          </p:cNvSpPr>
          <p:nvPr/>
        </p:nvSpPr>
        <p:spPr>
          <a:xfrm>
            <a:off x="514350" y="1504950"/>
            <a:ext cx="5314950" cy="1905000"/>
          </a:xfrm>
          <a:prstGeom prst="roundRect">
            <a:avLst>
              <a:gd name="adj" fmla="val 9000"/>
            </a:avLst>
          </a:prstGeom>
          <a:solidFill>
            <a:srgbClr val="F6F7FB"/>
          </a:solidFill>
          <a:ln w="0">
            <a:noFill/>
          </a:ln>
        </p:spPr>
      </p:sp>
      <p:pic>
        <p:nvPicPr>
          <p:cNvPr id="22" name=""/>
          <p:cNvPicPr>
            <a:picLocks noChangeAspect="1"/>
          </p:cNvPicPr>
          <p:nvPr/>
        </p:nvPicPr>
        <p:blipFill>
          <a:blip r:embed="R199840e282a94d42"/>
          <a:stretch/>
        </p:blipFill>
        <p:spPr>
          <a:xfrm>
            <a:off x="1619389" y="1962150"/>
            <a:ext cx="3104872" cy="1028700"/>
          </a:xfrm>
          <a:prstGeom prst="rect">
            <a:avLst/>
          </a:prstGeom>
        </p:spPr>
      </p:pic>
      <p:sp>
        <p:nvSpPr>
          <p:cNvPr id="7" name="">
            <a:extLst>
              <a:ext uri="{FF2B5EF4-FFF2-40B4-BE49-F238E27FC236}">
                <ns2:creationId id="{9A60910F-CF9F-47EC-A94F-3A2D1FDBC92B}"/>
              </a:ext>
            </a:extLst>
          </p:cNvPr>
          <p:cNvSpPr>
            <a:spLocks noGrp="1"/>
          </p:cNvSpPr>
          <p:nvPr/>
        </p:nvSpPr>
        <p:spPr>
          <a:xfrm>
            <a:off x="3200400" y="3409950"/>
            <a:ext cx="26289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r" rtl="1">
              <a:lnSpc>
                <a:spcPct val="105000"/>
              </a:lnSpc>
              <a:buNone/>
              <a:defRPr sz="1275" b="1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defRPr>
            </a:pPr>
            <a:r>
              <a:rPr sz="1275" b="1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rPr>
              <a:t>القفل الأساسي على الفاتح</a:t>
            </a:r>
          </a:p>
        </p:txBody>
      </p:sp>
      <p:sp>
        <p:nvSpPr>
          <p:cNvPr id="8" name="">
            <a:extLst>
              <a:ext uri="{FF2B5EF4-FFF2-40B4-BE49-F238E27FC236}">
                <ns2:creationId id="{3922FAAA-F4A1-41E6-A39D-8ACB06442DE4}"/>
              </a:ext>
            </a:extLst>
          </p:cNvPr>
          <p:cNvSpPr>
            <a:spLocks noGrp="1"/>
          </p:cNvSpPr>
          <p:nvPr/>
        </p:nvSpPr>
        <p:spPr>
          <a:xfrm>
            <a:off x="6362700" y="1504950"/>
            <a:ext cx="5314950" cy="1905000"/>
          </a:xfrm>
          <a:prstGeom prst="roundRect">
            <a:avLst>
              <a:gd name="adj" fmla="val 9000"/>
            </a:avLst>
          </a:prstGeom>
          <a:solidFill>
            <a:srgbClr val="0059FC"/>
          </a:solidFill>
          <a:ln w="0">
            <a:noFill/>
          </a:ln>
        </p:spPr>
      </p:sp>
      <p:pic>
        <p:nvPicPr>
          <p:cNvPr id="25" name=""/>
          <p:cNvPicPr>
            <a:picLocks noChangeAspect="1"/>
          </p:cNvPicPr>
          <p:nvPr/>
        </p:nvPicPr>
        <p:blipFill>
          <a:blip r:embed="R04af9f8ebcd6454c"/>
          <a:stretch/>
        </p:blipFill>
        <p:spPr>
          <a:xfrm>
            <a:off x="7467739" y="1962150"/>
            <a:ext cx="3104872" cy="1028700"/>
          </a:xfrm>
          <a:prstGeom prst="rect">
            <a:avLst/>
          </a:prstGeom>
        </p:spPr>
      </p:pic>
      <p:sp>
        <p:nvSpPr>
          <p:cNvPr id="10" name="">
            <a:extLst>
              <a:ext uri="{FF2B5EF4-FFF2-40B4-BE49-F238E27FC236}">
                <ns2:creationId id="{8971F173-AFBC-45C8-AD39-5650203A0C8C}"/>
              </a:ext>
            </a:extLst>
          </p:cNvPr>
          <p:cNvSpPr>
            <a:spLocks noGrp="1"/>
          </p:cNvSpPr>
          <p:nvPr/>
        </p:nvSpPr>
        <p:spPr>
          <a:xfrm>
            <a:off x="8915400" y="3409950"/>
            <a:ext cx="2762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r" rtl="1">
              <a:lnSpc>
                <a:spcPct val="105000"/>
              </a:lnSpc>
              <a:buNone/>
              <a:defRPr sz="1275" b="1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defRPr>
            </a:pPr>
            <a:r>
              <a:rPr sz="1275" b="1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rPr>
              <a:t>نسخة أحادية على الأزرق</a:t>
            </a:r>
          </a:p>
        </p:txBody>
      </p:sp>
      <p:sp>
        <p:nvSpPr>
          <p:cNvPr id="11" name="">
            <a:extLst>
              <a:ext uri="{FF2B5EF4-FFF2-40B4-BE49-F238E27FC236}">
                <ns2:creationId id="{8CD666CB-6871-445B-B007-551FB97B66F2}"/>
              </a:ext>
            </a:extLst>
          </p:cNvPr>
          <p:cNvSpPr>
            <a:spLocks noGrp="1"/>
          </p:cNvSpPr>
          <p:nvPr/>
        </p:nvSpPr>
        <p:spPr>
          <a:xfrm>
            <a:off x="514350" y="4057650"/>
            <a:ext cx="5314950" cy="1695450"/>
          </a:xfrm>
          <a:prstGeom prst="roundRect">
            <a:avLst>
              <a:gd name="adj" fmla="val 10112"/>
            </a:avLst>
          </a:prstGeom>
          <a:solidFill>
            <a:srgbClr val="0B0F19"/>
          </a:solidFill>
          <a:ln w="0">
            <a:noFill/>
          </a:ln>
        </p:spPr>
      </p:sp>
      <p:pic>
        <p:nvPicPr>
          <p:cNvPr id="28" name=""/>
          <p:cNvPicPr>
            <a:picLocks noChangeAspect="1"/>
          </p:cNvPicPr>
          <p:nvPr/>
        </p:nvPicPr>
        <p:blipFill>
          <a:blip r:embed="R6fa3d7c609834bf0"/>
          <a:stretch/>
        </p:blipFill>
        <p:spPr>
          <a:xfrm>
            <a:off x="1734384" y="4419600"/>
            <a:ext cx="2874881" cy="952500"/>
          </a:xfrm>
          <a:prstGeom prst="rect">
            <a:avLst/>
          </a:prstGeom>
        </p:spPr>
      </p:pic>
      <p:sp>
        <p:nvSpPr>
          <p:cNvPr id="13" name="">
            <a:extLst>
              <a:ext uri="{FF2B5EF4-FFF2-40B4-BE49-F238E27FC236}">
                <ns2:creationId id="{18ED2292-A11E-4E0F-B06E-AC5CA3DAC359}"/>
              </a:ext>
            </a:extLst>
          </p:cNvPr>
          <p:cNvSpPr>
            <a:spLocks noGrp="1"/>
          </p:cNvSpPr>
          <p:nvPr/>
        </p:nvSpPr>
        <p:spPr>
          <a:xfrm>
            <a:off x="3200400" y="5753100"/>
            <a:ext cx="26289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r" rtl="1">
              <a:lnSpc>
                <a:spcPct val="105000"/>
              </a:lnSpc>
              <a:buNone/>
              <a:defRPr sz="1275" b="1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defRPr>
            </a:pPr>
            <a:r>
              <a:rPr sz="1275" b="1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rPr>
              <a:t>قفل معكوس على الحبر</a:t>
            </a:r>
          </a:p>
        </p:txBody>
      </p:sp>
      <p:sp>
        <p:nvSpPr>
          <p:cNvPr id="14" name="">
            <a:extLst>
              <a:ext uri="{FF2B5EF4-FFF2-40B4-BE49-F238E27FC236}">
                <ns2:creationId id="{F9EA99C9-C923-43CC-BFB7-96A321C70257}"/>
              </a:ext>
            </a:extLst>
          </p:cNvPr>
          <p:cNvSpPr>
            <a:spLocks noGrp="1"/>
          </p:cNvSpPr>
          <p:nvPr/>
        </p:nvSpPr>
        <p:spPr>
          <a:xfrm>
            <a:off x="6362700" y="4057650"/>
            <a:ext cx="5314950" cy="1695450"/>
          </a:xfrm>
          <a:prstGeom prst="roundRect">
            <a:avLst>
              <a:gd name="adj" fmla="val 10112"/>
            </a:avLst>
          </a:prstGeom>
          <a:solidFill>
            <a:srgbClr val="FFFFFF"/>
          </a:solidFill>
          <a:ln w="9525">
            <a:solidFill>
              <a:srgbClr val="D9DEE8"/>
            </a:solidFill>
            <a:prstDash val="solid"/>
          </a:ln>
        </p:spPr>
      </p:sp>
      <p:pic>
        <p:nvPicPr>
          <p:cNvPr id="31" name=""/>
          <p:cNvPicPr>
            <a:picLocks noChangeAspect="1"/>
          </p:cNvPicPr>
          <p:nvPr/>
        </p:nvPicPr>
        <p:blipFill>
          <a:blip r:embed="R193235c075184c5b"/>
          <a:stretch/>
        </p:blipFill>
        <p:spPr>
          <a:xfrm>
            <a:off x="7582734" y="4419600"/>
            <a:ext cx="2874881" cy="952500"/>
          </a:xfrm>
          <a:prstGeom prst="rect">
            <a:avLst/>
          </a:prstGeom>
        </p:spPr>
      </p:pic>
      <p:sp>
        <p:nvSpPr>
          <p:cNvPr id="16" name="">
            <a:extLst>
              <a:ext uri="{FF2B5EF4-FFF2-40B4-BE49-F238E27FC236}">
                <ns2:creationId id="{5FC2F0D3-5722-4DC3-A302-731B3F446B91}"/>
              </a:ext>
            </a:extLst>
          </p:cNvPr>
          <p:cNvSpPr>
            <a:spLocks noGrp="1"/>
          </p:cNvSpPr>
          <p:nvPr/>
        </p:nvSpPr>
        <p:spPr>
          <a:xfrm>
            <a:off x="8915400" y="5753100"/>
            <a:ext cx="2762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r" rtl="1">
              <a:lnSpc>
                <a:spcPct val="105000"/>
              </a:lnSpc>
              <a:buNone/>
              <a:defRPr sz="1275" b="1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defRPr>
            </a:pPr>
            <a:r>
              <a:rPr sz="1275" b="1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rPr>
              <a:t>القفل الأساسي على الأبيض</a:t>
            </a:r>
          </a:p>
        </p:txBody>
      </p:sp>
    </p:spTree>
    <p:extLst>
      <p:ext uri="{BB962C8B-B14F-4D97-AF65-F5344CB8AC3E}">
        <p14:creationId val="1169672816"/>
      </p:ext>
    </p:extLst>
  </p:cSld>
</p:sld>
</file>

<file path=ppt/slides/slide11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35" name="">
            <a:extLst>
              <a:ext uri="{FF2B5EF4-FFF2-40B4-BE49-F238E27FC236}">
                <ns2:creationId id="{92A73A03-F722-414A-A87A-14C515264579}"/>
              </a:ext>
            </a:extLst>
          </p:cNvPr>
          <p:cNvSpPr>
            <a:spLocks noGrp="1"/>
          </p:cNvSpPr>
          <p:nvPr/>
        </p:nvSpPr>
        <p:spPr>
          <a:xfrm>
            <a:off x="6286500" y="400050"/>
            <a:ext cx="53911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r" rtl="1">
              <a:lnSpc>
                <a:spcPct val="105000"/>
              </a:lnSpc>
              <a:buNone/>
              <a:defRPr sz="2625" b="1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defRPr>
            </a:pPr>
            <a:r>
              <a:rPr sz="2625" b="1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rPr>
              <a:t>الاستخدامات غير الصحيحة</a:t>
            </a:r>
          </a:p>
        </p:txBody>
      </p:sp>
      <p:sp>
        <p:nvSpPr>
          <p:cNvPr id="2" name="">
            <a:extLst>
              <a:ext uri="{FF2B5EF4-FFF2-40B4-BE49-F238E27FC236}">
                <ns2:creationId id="{8D346B3C-A252-46B8-9D3E-CE8FA89134FE}"/>
              </a:ext>
            </a:extLst>
          </p:cNvPr>
          <p:cNvSpPr>
            <a:spLocks noGrp="1"/>
          </p:cNvSpPr>
          <p:nvPr/>
        </p:nvSpPr>
        <p:spPr>
          <a:xfrm>
            <a:off x="514350" y="1143000"/>
            <a:ext cx="11163300" cy="0"/>
          </a:xfrm>
          <a:prstGeom prst="line">
            <a:avLst/>
          </a:prstGeom>
          <a:noFill/>
          <a:ln w="9525">
            <a:solidFill>
              <a:srgbClr val="D9DEE8"/>
            </a:solidFill>
            <a:prstDash val="solid"/>
          </a:ln>
        </p:spPr>
      </p:sp>
      <p:sp>
        <p:nvSpPr>
          <p:cNvPr id="3" name="">
            <a:extLst>
              <a:ext uri="{FF2B5EF4-FFF2-40B4-BE49-F238E27FC236}">
                <ns2:creationId id="{85ED8310-8A2A-42C4-AB51-3B8B12799896}"/>
              </a:ext>
            </a:extLst>
          </p:cNvPr>
          <p:cNvSpPr>
            <a:spLocks noGrp="1"/>
          </p:cNvSpPr>
          <p:nvPr/>
        </p:nvSpPr>
        <p:spPr>
          <a:xfrm>
            <a:off x="514350" y="6343650"/>
            <a:ext cx="5238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rmAutofit fontScale="97680"/>
          </a:bodyPr>
          <a:lstStyle/>
          <a:p>
            <a:pPr algn="l">
              <a:lnSpc>
                <a:spcPct val="105000"/>
              </a:lnSpc>
              <a:buNone/>
              <a:defRPr sz="975" b="0">
                <a:solidFill>
                  <a:srgbClr val="566072"/>
                </a:solidFill>
                <a:latin typeface="thmanyah sans"/>
                <a:ea typeface="thmanyah sans"/>
                <a:cs typeface="thmanyah sans"/>
              </a:defRPr>
            </a:pPr>
            <a:r>
              <a:rPr sz="975" b="0">
                <a:solidFill>
                  <a:srgbClr val="566072"/>
                </a:solidFill>
                <a:latin typeface="thmanyah sans"/>
                <a:ea typeface="thmanyah sans"/>
                <a:cs typeface="thmanyah sans"/>
              </a:rPr>
              <a:t>11</a:t>
            </a:r>
          </a:p>
        </p:txBody>
      </p:sp>
      <p:sp>
        <p:nvSpPr>
          <p:cNvPr id="4" name="">
            <a:extLst>
              <a:ext uri="{FF2B5EF4-FFF2-40B4-BE49-F238E27FC236}">
                <ns2:creationId id="{E33F1669-1022-4AA1-B8F3-B9C90A7CACAB}"/>
              </a:ext>
            </a:extLst>
          </p:cNvPr>
          <p:cNvSpPr>
            <a:spLocks noGrp="1"/>
          </p:cNvSpPr>
          <p:nvPr/>
        </p:nvSpPr>
        <p:spPr>
          <a:xfrm>
            <a:off x="8763000" y="6343650"/>
            <a:ext cx="2914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97680"/>
          </a:bodyPr>
          <a:lstStyle/>
          <a:p>
            <a:pPr algn="r" rtl="1">
              <a:lnSpc>
                <a:spcPct val="105000"/>
              </a:lnSpc>
              <a:buNone/>
              <a:defRPr sz="975" b="0" lang="ar-SA">
                <a:solidFill>
                  <a:srgbClr val="566072"/>
                </a:solidFill>
                <a:latin typeface="thmanyah sans"/>
                <a:ea typeface="thmanyah sans"/>
                <a:cs typeface="thmanyah sans"/>
              </a:defRPr>
            </a:pPr>
            <a:r>
              <a:rPr sz="975" b="0" lang="ar-SA">
                <a:solidFill>
                  <a:srgbClr val="566072"/>
                </a:solidFill>
                <a:latin typeface="thmanyah sans"/>
                <a:ea typeface="thmanyah sans"/>
                <a:cs typeface="thmanyah sans"/>
              </a:rPr>
              <a:t>دليل الهوية البصرية لجداول</a:t>
            </a:r>
          </a:p>
        </p:txBody>
      </p:sp>
      <p:sp>
        <p:nvSpPr>
          <p:cNvPr id="5" name="">
            <a:extLst>
              <a:ext uri="{FF2B5EF4-FFF2-40B4-BE49-F238E27FC236}">
                <ns2:creationId id="{79775CB1-8836-460B-9B03-1AD5C337D9CB}"/>
              </a:ext>
            </a:extLst>
          </p:cNvPr>
          <p:cNvSpPr>
            <a:spLocks noGrp="1"/>
          </p:cNvSpPr>
          <p:nvPr/>
        </p:nvSpPr>
        <p:spPr>
          <a:xfrm>
            <a:off x="514350" y="1466850"/>
            <a:ext cx="3333750" cy="1695450"/>
          </a:xfrm>
          <a:prstGeom prst="roundRect">
            <a:avLst>
              <a:gd name="adj" fmla="val 8989"/>
            </a:avLst>
          </a:prstGeom>
          <a:solidFill>
            <a:srgbClr val="FFFFFF"/>
          </a:solidFill>
          <a:ln w="9525">
            <a:solidFill>
              <a:srgbClr val="D9DEE8"/>
            </a:solidFill>
            <a:prstDash val="solid"/>
          </a:ln>
        </p:spPr>
      </p:sp>
      <p:pic>
        <p:nvPicPr>
          <p:cNvPr id="40" name=""/>
          <p:cNvPicPr>
            <a:picLocks noChangeAspect="1"/>
          </p:cNvPicPr>
          <p:nvPr/>
        </p:nvPicPr>
        <p:blipFill>
          <a:blip r:embed="R85eb23b79ee4460a"/>
          <a:stretch/>
        </p:blipFill>
        <p:spPr>
          <a:xfrm>
            <a:off x="1203765" y="1733550"/>
            <a:ext cx="1954919" cy="647700"/>
          </a:xfrm>
          <a:prstGeom prst="rect">
            <a:avLst/>
          </a:prstGeom>
        </p:spPr>
      </p:pic>
      <p:sp>
        <p:nvSpPr>
          <p:cNvPr id="7" name="">
            <a:extLst>
              <a:ext uri="{FF2B5EF4-FFF2-40B4-BE49-F238E27FC236}">
                <ns2:creationId id="{EF776C40-CFFD-4BCB-9420-64B7D5FB6579}"/>
              </a:ext>
            </a:extLst>
          </p:cNvPr>
          <p:cNvSpPr>
            <a:spLocks noGrp="1"/>
          </p:cNvSpPr>
          <p:nvPr/>
        </p:nvSpPr>
        <p:spPr>
          <a:xfrm>
            <a:off x="685800" y="2609850"/>
            <a:ext cx="2990850" cy="0"/>
          </a:xfrm>
          <a:prstGeom prst="line">
            <a:avLst/>
          </a:prstGeom>
          <a:noFill/>
          <a:ln w="19050">
            <a:solidFill>
              <a:srgbClr val="E35D6A"/>
            </a:solidFill>
            <a:prstDash val="solid"/>
          </a:ln>
        </p:spPr>
      </p:sp>
      <p:sp>
        <p:nvSpPr>
          <p:cNvPr id="8" name="">
            <a:extLst>
              <a:ext uri="{FF2B5EF4-FFF2-40B4-BE49-F238E27FC236}">
                <ns2:creationId id="{FE4446D1-A82C-4842-B89A-D800C86DCCC1}"/>
              </a:ext>
            </a:extLst>
          </p:cNvPr>
          <p:cNvSpPr>
            <a:spLocks noGrp="1"/>
          </p:cNvSpPr>
          <p:nvPr/>
        </p:nvSpPr>
        <p:spPr>
          <a:xfrm>
            <a:off x="781050" y="2686050"/>
            <a:ext cx="28003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ctr" rtl="1">
              <a:lnSpc>
                <a:spcPct val="105000"/>
              </a:lnSpc>
              <a:buNone/>
              <a:defRPr sz="1200" b="1" lang="ar-SA">
                <a:solidFill>
                  <a:srgbClr val="E35D6A"/>
                </a:solidFill>
                <a:latin typeface="thmanyah sans"/>
                <a:ea typeface="thmanyah sans"/>
                <a:cs typeface="thmanyah sans"/>
              </a:defRPr>
            </a:pPr>
            <a:r>
              <a:rPr sz="1200" b="1" lang="ar-SA">
                <a:solidFill>
                  <a:srgbClr val="E35D6A"/>
                </a:solidFill>
                <a:latin typeface="thmanyah sans"/>
                <a:ea typeface="thmanyah sans"/>
                <a:cs typeface="thmanyah sans"/>
              </a:rPr>
              <a:t>لا تمدد الشعار</a:t>
            </a:r>
          </a:p>
        </p:txBody>
      </p:sp>
      <p:sp>
        <p:nvSpPr>
          <p:cNvPr id="9" name="">
            <a:extLst>
              <a:ext uri="{FF2B5EF4-FFF2-40B4-BE49-F238E27FC236}">
                <ns2:creationId id="{6E41C1C8-6A05-42D5-BBE7-610D7EF43ABA}"/>
              </a:ext>
            </a:extLst>
          </p:cNvPr>
          <p:cNvSpPr>
            <a:spLocks noGrp="1"/>
          </p:cNvSpPr>
          <p:nvPr/>
        </p:nvSpPr>
        <p:spPr>
          <a:xfrm>
            <a:off x="4286250" y="1466850"/>
            <a:ext cx="3333750" cy="1695450"/>
          </a:xfrm>
          <a:prstGeom prst="roundRect">
            <a:avLst>
              <a:gd name="adj" fmla="val 8989"/>
            </a:avLst>
          </a:prstGeom>
          <a:solidFill>
            <a:srgbClr val="FFFFFF"/>
          </a:solidFill>
          <a:ln w="9525">
            <a:solidFill>
              <a:srgbClr val="D9DEE8"/>
            </a:solidFill>
            <a:prstDash val="solid"/>
          </a:ln>
        </p:spPr>
      </p:sp>
      <p:pic>
        <p:nvPicPr>
          <p:cNvPr id="44" name=""/>
          <p:cNvPicPr>
            <a:picLocks noChangeAspect="1"/>
          </p:cNvPicPr>
          <p:nvPr/>
        </p:nvPicPr>
        <p:blipFill>
          <a:blip r:embed="Re8f8abf32fab4a13"/>
          <a:stretch/>
        </p:blipFill>
        <p:spPr>
          <a:xfrm>
            <a:off x="5314950" y="1874536"/>
            <a:ext cx="1276350" cy="422878"/>
          </a:xfrm>
          <a:prstGeom prst="rect">
            <a:avLst/>
          </a:prstGeom>
        </p:spPr>
      </p:pic>
      <p:sp>
        <p:nvSpPr>
          <p:cNvPr id="11" name="">
            <a:extLst>
              <a:ext uri="{FF2B5EF4-FFF2-40B4-BE49-F238E27FC236}">
                <ns2:creationId id="{7340DF2C-8A28-425A-8F87-B27A204EDBE4}"/>
              </a:ext>
            </a:extLst>
          </p:cNvPr>
          <p:cNvSpPr>
            <a:spLocks noGrp="1"/>
          </p:cNvSpPr>
          <p:nvPr/>
        </p:nvSpPr>
        <p:spPr>
          <a:xfrm>
            <a:off x="4457700" y="2609850"/>
            <a:ext cx="2990850" cy="0"/>
          </a:xfrm>
          <a:prstGeom prst="line">
            <a:avLst/>
          </a:prstGeom>
          <a:noFill/>
          <a:ln w="19050">
            <a:solidFill>
              <a:srgbClr val="E35D6A"/>
            </a:solidFill>
            <a:prstDash val="solid"/>
          </a:ln>
        </p:spPr>
      </p:sp>
      <p:sp>
        <p:nvSpPr>
          <p:cNvPr id="12" name="">
            <a:extLst>
              <a:ext uri="{FF2B5EF4-FFF2-40B4-BE49-F238E27FC236}">
                <ns2:creationId id="{EF79BAAA-205A-4984-8442-837395B46AE1}"/>
              </a:ext>
            </a:extLst>
          </p:cNvPr>
          <p:cNvSpPr>
            <a:spLocks noGrp="1"/>
          </p:cNvSpPr>
          <p:nvPr/>
        </p:nvSpPr>
        <p:spPr>
          <a:xfrm>
            <a:off x="4552950" y="2686050"/>
            <a:ext cx="28003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ctr" rtl="1">
              <a:lnSpc>
                <a:spcPct val="105000"/>
              </a:lnSpc>
              <a:buNone/>
              <a:defRPr sz="1200" b="1" lang="ar-SA">
                <a:solidFill>
                  <a:srgbClr val="E35D6A"/>
                </a:solidFill>
                <a:latin typeface="thmanyah sans"/>
                <a:ea typeface="thmanyah sans"/>
                <a:cs typeface="thmanyah sans"/>
              </a:defRPr>
            </a:pPr>
            <a:r>
              <a:rPr sz="1200" b="1" lang="ar-SA">
                <a:solidFill>
                  <a:srgbClr val="E35D6A"/>
                </a:solidFill>
                <a:latin typeface="thmanyah sans"/>
                <a:ea typeface="thmanyah sans"/>
                <a:cs typeface="thmanyah sans"/>
              </a:rPr>
              <a:t>لا تغيّر التناسب</a:t>
            </a:r>
          </a:p>
        </p:txBody>
      </p:sp>
      <p:sp>
        <p:nvSpPr>
          <p:cNvPr id="13" name="">
            <a:extLst>
              <a:ext uri="{FF2B5EF4-FFF2-40B4-BE49-F238E27FC236}">
                <ns2:creationId id="{55243A4C-7266-4CDA-81F5-95DA92D84847}"/>
              </a:ext>
            </a:extLst>
          </p:cNvPr>
          <p:cNvSpPr>
            <a:spLocks noGrp="1"/>
          </p:cNvSpPr>
          <p:nvPr/>
        </p:nvSpPr>
        <p:spPr>
          <a:xfrm>
            <a:off x="8058150" y="1466850"/>
            <a:ext cx="3333750" cy="1695450"/>
          </a:xfrm>
          <a:prstGeom prst="roundRect">
            <a:avLst>
              <a:gd name="adj" fmla="val 8989"/>
            </a:avLst>
          </a:prstGeom>
          <a:solidFill>
            <a:srgbClr val="FFFFFF"/>
          </a:solidFill>
          <a:ln w="9525">
            <a:solidFill>
              <a:srgbClr val="D9DEE8"/>
            </a:solidFill>
            <a:prstDash val="solid"/>
          </a:ln>
        </p:spPr>
      </p:sp>
      <p:pic>
        <p:nvPicPr>
          <p:cNvPr id="48" name=""/>
          <p:cNvPicPr>
            <a:picLocks noChangeAspect="1"/>
          </p:cNvPicPr>
          <p:nvPr/>
        </p:nvPicPr>
        <p:blipFill>
          <a:blip r:embed="Rba2c271001324103"/>
          <a:stretch/>
        </p:blipFill>
        <p:spPr>
          <a:xfrm>
            <a:off x="8603821" y="1714500"/>
            <a:ext cx="2242407" cy="742950"/>
          </a:xfrm>
          <a:prstGeom prst="rect">
            <a:avLst/>
          </a:prstGeom>
        </p:spPr>
      </p:pic>
      <p:sp>
        <p:nvSpPr>
          <p:cNvPr id="15" name="">
            <a:extLst>
              <a:ext uri="{FF2B5EF4-FFF2-40B4-BE49-F238E27FC236}">
                <ns2:creationId id="{A0631FEF-EA69-4D7A-969D-2F2D709EBF75}"/>
              </a:ext>
            </a:extLst>
          </p:cNvPr>
          <p:cNvSpPr>
            <a:spLocks noGrp="1"/>
          </p:cNvSpPr>
          <p:nvPr/>
        </p:nvSpPr>
        <p:spPr>
          <a:xfrm>
            <a:off x="8534400" y="1676400"/>
            <a:ext cx="2381250" cy="819150"/>
          </a:xfrm>
          <a:prstGeom prst="roundRect">
            <a:avLst>
              <a:gd name="adj" fmla="val 13953"/>
            </a:avLst>
          </a:prstGeom>
          <a:solidFill>
            <a:srgbClr val="0059FC">
              <a:alpha val="13333"/>
            </a:srgbClr>
          </a:solidFill>
          <a:ln w="0">
            <a:noFill/>
          </a:ln>
        </p:spPr>
      </p:sp>
      <p:sp>
        <p:nvSpPr>
          <p:cNvPr id="16" name="">
            <a:extLst>
              <a:ext uri="{FF2B5EF4-FFF2-40B4-BE49-F238E27FC236}">
                <ns2:creationId id="{669C78CC-29C9-483E-BDB0-1ADE2C616F3E}"/>
              </a:ext>
            </a:extLst>
          </p:cNvPr>
          <p:cNvSpPr>
            <a:spLocks noGrp="1"/>
          </p:cNvSpPr>
          <p:nvPr/>
        </p:nvSpPr>
        <p:spPr>
          <a:xfrm>
            <a:off x="8229600" y="2609850"/>
            <a:ext cx="2990850" cy="0"/>
          </a:xfrm>
          <a:prstGeom prst="line">
            <a:avLst/>
          </a:prstGeom>
          <a:noFill/>
          <a:ln w="19050">
            <a:solidFill>
              <a:srgbClr val="E35D6A"/>
            </a:solidFill>
            <a:prstDash val="solid"/>
          </a:ln>
        </p:spPr>
      </p:sp>
      <p:sp>
        <p:nvSpPr>
          <p:cNvPr id="17" name="">
            <a:extLst>
              <a:ext uri="{FF2B5EF4-FFF2-40B4-BE49-F238E27FC236}">
                <ns2:creationId id="{159A00FF-B629-4FC6-B1DE-376A19F2F768}"/>
              </a:ext>
            </a:extLst>
          </p:cNvPr>
          <p:cNvSpPr>
            <a:spLocks noGrp="1"/>
          </p:cNvSpPr>
          <p:nvPr/>
        </p:nvSpPr>
        <p:spPr>
          <a:xfrm>
            <a:off x="8324850" y="2686050"/>
            <a:ext cx="28003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ctr" rtl="1">
              <a:lnSpc>
                <a:spcPct val="105000"/>
              </a:lnSpc>
              <a:buNone/>
              <a:defRPr sz="1200" b="1" lang="ar-SA">
                <a:solidFill>
                  <a:srgbClr val="E35D6A"/>
                </a:solidFill>
                <a:latin typeface="thmanyah sans"/>
                <a:ea typeface="thmanyah sans"/>
                <a:cs typeface="thmanyah sans"/>
              </a:defRPr>
            </a:pPr>
            <a:r>
              <a:rPr sz="1200" b="1" lang="ar-SA">
                <a:solidFill>
                  <a:srgbClr val="E35D6A"/>
                </a:solidFill>
                <a:latin typeface="thmanyah sans"/>
                <a:ea typeface="thmanyah sans"/>
                <a:cs typeface="thmanyah sans"/>
              </a:rPr>
              <a:t>لا تضف مؤثرات</a:t>
            </a:r>
          </a:p>
        </p:txBody>
      </p:sp>
      <p:sp>
        <p:nvSpPr>
          <p:cNvPr id="18" name="">
            <a:extLst>
              <a:ext uri="{FF2B5EF4-FFF2-40B4-BE49-F238E27FC236}">
                <ns2:creationId id="{A2223779-D0DE-4540-A945-25F51F5FB361}"/>
              </a:ext>
            </a:extLst>
          </p:cNvPr>
          <p:cNvSpPr>
            <a:spLocks noGrp="1"/>
          </p:cNvSpPr>
          <p:nvPr/>
        </p:nvSpPr>
        <p:spPr>
          <a:xfrm>
            <a:off x="514350" y="3714750"/>
            <a:ext cx="3333750" cy="1695450"/>
          </a:xfrm>
          <a:prstGeom prst="roundRect">
            <a:avLst>
              <a:gd name="adj" fmla="val 8989"/>
            </a:avLst>
          </a:prstGeom>
          <a:solidFill>
            <a:srgbClr val="FFFFFF"/>
          </a:solidFill>
          <a:ln w="9525">
            <a:solidFill>
              <a:srgbClr val="D9DEE8"/>
            </a:solidFill>
            <a:prstDash val="solid"/>
          </a:ln>
        </p:spPr>
      </p:sp>
      <p:sp>
        <p:nvSpPr>
          <p:cNvPr id="19" name="">
            <a:extLst>
              <a:ext uri="{FF2B5EF4-FFF2-40B4-BE49-F238E27FC236}">
                <ns2:creationId id="{5DDD2607-3F5B-4FEA-B0CC-7D448E3FC1E7}"/>
              </a:ext>
            </a:extLst>
          </p:cNvPr>
          <p:cNvSpPr>
            <a:spLocks noGrp="1"/>
          </p:cNvSpPr>
          <p:nvPr/>
        </p:nvSpPr>
        <p:spPr>
          <a:xfrm>
            <a:off x="1847850" y="3848100"/>
            <a:ext cx="266700" cy="266700"/>
          </a:xfrm>
          <a:prstGeom prst="roundRect">
            <a:avLst>
              <a:gd name="adj" fmla="val 16000"/>
            </a:avLst>
          </a:prstGeom>
          <a:solidFill>
            <a:srgbClr val="0059FC"/>
          </a:solidFill>
          <a:ln w="0">
            <a:noFill/>
          </a:ln>
        </p:spPr>
      </p:sp>
      <p:sp>
        <p:nvSpPr>
          <p:cNvPr id="20" name="">
            <a:extLst>
              <a:ext uri="{FF2B5EF4-FFF2-40B4-BE49-F238E27FC236}">
                <ns2:creationId id="{C90CF061-FE79-4211-8D4F-6C8D805C18E6}"/>
              </a:ext>
            </a:extLst>
          </p:cNvPr>
          <p:cNvSpPr>
            <a:spLocks noGrp="1"/>
          </p:cNvSpPr>
          <p:nvPr/>
        </p:nvSpPr>
        <p:spPr>
          <a:xfrm>
            <a:off x="1847850" y="4162425"/>
            <a:ext cx="266700" cy="266700"/>
          </a:xfrm>
          <a:prstGeom prst="roundRect">
            <a:avLst>
              <a:gd name="adj" fmla="val 16000"/>
            </a:avLst>
          </a:prstGeom>
          <a:solidFill>
            <a:srgbClr val="0059FC"/>
          </a:solidFill>
          <a:ln w="0">
            <a:noFill/>
          </a:ln>
        </p:spPr>
      </p:sp>
      <p:sp>
        <p:nvSpPr>
          <p:cNvPr id="21" name="">
            <a:extLst>
              <a:ext uri="{FF2B5EF4-FFF2-40B4-BE49-F238E27FC236}">
                <ns2:creationId id="{7754448D-D867-46AD-8CD8-897538CAD18A}"/>
              </a:ext>
            </a:extLst>
          </p:cNvPr>
          <p:cNvSpPr>
            <a:spLocks noGrp="1"/>
          </p:cNvSpPr>
          <p:nvPr/>
        </p:nvSpPr>
        <p:spPr>
          <a:xfrm>
            <a:off x="2162175" y="4162425"/>
            <a:ext cx="266700" cy="266700"/>
          </a:xfrm>
          <a:prstGeom prst="roundRect">
            <a:avLst>
              <a:gd name="adj" fmla="val 16000"/>
            </a:avLst>
          </a:prstGeom>
          <a:solidFill>
            <a:srgbClr val="0059FC"/>
          </a:solidFill>
          <a:ln w="0">
            <a:noFill/>
          </a:ln>
        </p:spPr>
      </p:sp>
      <p:sp>
        <p:nvSpPr>
          <p:cNvPr id="22" name="">
            <a:extLst>
              <a:ext uri="{FF2B5EF4-FFF2-40B4-BE49-F238E27FC236}">
                <ns2:creationId id="{0F4DAE11-4B70-4BBE-87D5-36703E193782}"/>
              </a:ext>
            </a:extLst>
          </p:cNvPr>
          <p:cNvSpPr>
            <a:spLocks noGrp="1"/>
          </p:cNvSpPr>
          <p:nvPr/>
        </p:nvSpPr>
        <p:spPr>
          <a:xfrm>
            <a:off x="1847850" y="4476750"/>
            <a:ext cx="266700" cy="266700"/>
          </a:xfrm>
          <a:prstGeom prst="roundRect">
            <a:avLst>
              <a:gd name="adj" fmla="val 16000"/>
            </a:avLst>
          </a:prstGeom>
          <a:solidFill>
            <a:srgbClr val="0059FC"/>
          </a:solidFill>
          <a:ln w="0">
            <a:noFill/>
          </a:ln>
        </p:spPr>
      </p:sp>
      <p:sp>
        <p:nvSpPr>
          <p:cNvPr id="23" name="">
            <a:extLst>
              <a:ext uri="{FF2B5EF4-FFF2-40B4-BE49-F238E27FC236}">
                <ns2:creationId id="{306E04DF-E036-40F5-BE94-FEEAD42E335A}"/>
              </a:ext>
            </a:extLst>
          </p:cNvPr>
          <p:cNvSpPr>
            <a:spLocks noGrp="1"/>
          </p:cNvSpPr>
          <p:nvPr/>
        </p:nvSpPr>
        <p:spPr>
          <a:xfrm>
            <a:off x="2162175" y="4476750"/>
            <a:ext cx="266700" cy="266700"/>
          </a:xfrm>
          <a:prstGeom prst="roundRect">
            <a:avLst>
              <a:gd name="adj" fmla="val 16000"/>
            </a:avLst>
          </a:prstGeom>
          <a:solidFill>
            <a:srgbClr val="0059FC"/>
          </a:solidFill>
          <a:ln w="0">
            <a:noFill/>
          </a:ln>
        </p:spPr>
      </p:sp>
      <p:sp>
        <p:nvSpPr>
          <p:cNvPr id="24" name="">
            <a:extLst>
              <a:ext uri="{FF2B5EF4-FFF2-40B4-BE49-F238E27FC236}">
                <ns2:creationId id="{701787E3-1A68-4185-9431-395F1593E6E1}"/>
              </a:ext>
            </a:extLst>
          </p:cNvPr>
          <p:cNvSpPr>
            <a:spLocks noGrp="1"/>
          </p:cNvSpPr>
          <p:nvPr/>
        </p:nvSpPr>
        <p:spPr>
          <a:xfrm>
            <a:off x="685800" y="4857750"/>
            <a:ext cx="2990850" cy="0"/>
          </a:xfrm>
          <a:prstGeom prst="line">
            <a:avLst/>
          </a:prstGeom>
          <a:noFill/>
          <a:ln w="19050">
            <a:solidFill>
              <a:srgbClr val="E35D6A"/>
            </a:solidFill>
            <a:prstDash val="solid"/>
          </a:ln>
        </p:spPr>
      </p:sp>
      <p:sp>
        <p:nvSpPr>
          <p:cNvPr id="25" name="">
            <a:extLst>
              <a:ext uri="{FF2B5EF4-FFF2-40B4-BE49-F238E27FC236}">
                <ns2:creationId id="{6FD23D95-69F8-43E2-B949-71BC7E05E811}"/>
              </a:ext>
            </a:extLst>
          </p:cNvPr>
          <p:cNvSpPr>
            <a:spLocks noGrp="1"/>
          </p:cNvSpPr>
          <p:nvPr/>
        </p:nvSpPr>
        <p:spPr>
          <a:xfrm>
            <a:off x="781050" y="4933950"/>
            <a:ext cx="28003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ctr" rtl="1">
              <a:lnSpc>
                <a:spcPct val="105000"/>
              </a:lnSpc>
              <a:buNone/>
              <a:defRPr sz="1200" b="1" lang="ar-SA">
                <a:solidFill>
                  <a:srgbClr val="E35D6A"/>
                </a:solidFill>
                <a:latin typeface="thmanyah sans"/>
                <a:ea typeface="thmanyah sans"/>
                <a:cs typeface="thmanyah sans"/>
              </a:defRPr>
            </a:pPr>
            <a:r>
              <a:rPr sz="1200" b="1" lang="ar-SA">
                <a:solidFill>
                  <a:srgbClr val="E35D6A"/>
                </a:solidFill>
                <a:latin typeface="thmanyah sans"/>
                <a:ea typeface="thmanyah sans"/>
                <a:cs typeface="thmanyah sans"/>
              </a:rPr>
              <a:t>لا تفصل الرمز عن الاسم</a:t>
            </a:r>
          </a:p>
        </p:txBody>
      </p:sp>
      <p:sp>
        <p:nvSpPr>
          <p:cNvPr id="26" name="">
            <a:extLst>
              <a:ext uri="{FF2B5EF4-FFF2-40B4-BE49-F238E27FC236}">
                <ns2:creationId id="{18F5CAF7-05B0-4498-B100-A8A6384BBB99}"/>
              </a:ext>
            </a:extLst>
          </p:cNvPr>
          <p:cNvSpPr>
            <a:spLocks noGrp="1"/>
          </p:cNvSpPr>
          <p:nvPr/>
        </p:nvSpPr>
        <p:spPr>
          <a:xfrm>
            <a:off x="4286250" y="3714750"/>
            <a:ext cx="3333750" cy="1695450"/>
          </a:xfrm>
          <a:prstGeom prst="roundRect">
            <a:avLst>
              <a:gd name="adj" fmla="val 8989"/>
            </a:avLst>
          </a:prstGeom>
          <a:solidFill>
            <a:srgbClr val="FFFFFF"/>
          </a:solidFill>
          <a:ln w="9525">
            <a:solidFill>
              <a:srgbClr val="D9DEE8"/>
            </a:solidFill>
            <a:prstDash val="solid"/>
          </a:ln>
        </p:spPr>
      </p:sp>
      <p:sp>
        <p:nvSpPr>
          <p:cNvPr id="27" name="">
            <a:extLst>
              <a:ext uri="{FF2B5EF4-FFF2-40B4-BE49-F238E27FC236}">
                <ns2:creationId id="{0C09F07D-C5DD-41EB-BF8F-6CA44020DC8B}"/>
              </a:ext>
            </a:extLst>
          </p:cNvPr>
          <p:cNvSpPr>
            <a:spLocks noGrp="1"/>
          </p:cNvSpPr>
          <p:nvPr/>
        </p:nvSpPr>
        <p:spPr>
          <a:xfrm>
            <a:off x="4991100" y="4019550"/>
            <a:ext cx="1924050" cy="590550"/>
          </a:xfrm>
          <a:prstGeom prst="roundRect">
            <a:avLst>
              <a:gd name="adj" fmla="val 12903"/>
            </a:avLst>
          </a:prstGeom>
          <a:gradFill>
            <a:gsLst>
              <a:gs pos="0">
                <a:srgbClr val="0059FC"/>
              </a:gs>
              <a:gs pos="100000">
                <a:srgbClr val="83D7C2"/>
              </a:gs>
            </a:gsLst>
            <a:lin ang="0"/>
          </a:gradFill>
          <a:ln w="0">
            <a:noFill/>
          </a:ln>
        </p:spPr>
      </p:sp>
      <p:sp>
        <p:nvSpPr>
          <p:cNvPr id="28" name="">
            <a:extLst>
              <a:ext uri="{FF2B5EF4-FFF2-40B4-BE49-F238E27FC236}">
                <ns2:creationId id="{1F9B7EDB-3B05-47B0-8C1F-A2D87667735A}"/>
              </a:ext>
            </a:extLst>
          </p:cNvPr>
          <p:cNvSpPr>
            <a:spLocks noGrp="1"/>
          </p:cNvSpPr>
          <p:nvPr/>
        </p:nvSpPr>
        <p:spPr>
          <a:xfrm>
            <a:off x="4457700" y="4857750"/>
            <a:ext cx="2990850" cy="0"/>
          </a:xfrm>
          <a:prstGeom prst="line">
            <a:avLst/>
          </a:prstGeom>
          <a:noFill/>
          <a:ln w="19050">
            <a:solidFill>
              <a:srgbClr val="E35D6A"/>
            </a:solidFill>
            <a:prstDash val="solid"/>
          </a:ln>
        </p:spPr>
      </p:sp>
      <p:sp>
        <p:nvSpPr>
          <p:cNvPr id="29" name="">
            <a:extLst>
              <a:ext uri="{FF2B5EF4-FFF2-40B4-BE49-F238E27FC236}">
                <ns2:creationId id="{FC69792B-C7BF-4EA6-8FDF-9A75CC254B78}"/>
              </a:ext>
            </a:extLst>
          </p:cNvPr>
          <p:cNvSpPr>
            <a:spLocks noGrp="1"/>
          </p:cNvSpPr>
          <p:nvPr/>
        </p:nvSpPr>
        <p:spPr>
          <a:xfrm>
            <a:off x="4552950" y="4933950"/>
            <a:ext cx="28003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ctr" rtl="1">
              <a:lnSpc>
                <a:spcPct val="105000"/>
              </a:lnSpc>
              <a:buNone/>
              <a:defRPr sz="1200" b="1" lang="ar-SA">
                <a:solidFill>
                  <a:srgbClr val="E35D6A"/>
                </a:solidFill>
                <a:latin typeface="thmanyah sans"/>
                <a:ea typeface="thmanyah sans"/>
                <a:cs typeface="thmanyah sans"/>
              </a:defRPr>
            </a:pPr>
            <a:r>
              <a:rPr sz="1200" b="1" lang="ar-SA">
                <a:solidFill>
                  <a:srgbClr val="E35D6A"/>
                </a:solidFill>
                <a:latin typeface="thmanyah sans"/>
                <a:ea typeface="thmanyah sans"/>
                <a:cs typeface="thmanyah sans"/>
              </a:rPr>
              <a:t>لا تغيّر ألوان القفل</a:t>
            </a:r>
          </a:p>
        </p:txBody>
      </p:sp>
      <p:sp>
        <p:nvSpPr>
          <p:cNvPr id="30" name="">
            <a:extLst>
              <a:ext uri="{FF2B5EF4-FFF2-40B4-BE49-F238E27FC236}">
                <ns2:creationId id="{26216E59-7D6F-451E-8DCB-A26E4242E9D9}"/>
              </a:ext>
            </a:extLst>
          </p:cNvPr>
          <p:cNvSpPr>
            <a:spLocks noGrp="1"/>
          </p:cNvSpPr>
          <p:nvPr/>
        </p:nvSpPr>
        <p:spPr>
          <a:xfrm>
            <a:off x="8058150" y="3714750"/>
            <a:ext cx="3333750" cy="1695450"/>
          </a:xfrm>
          <a:prstGeom prst="roundRect">
            <a:avLst>
              <a:gd name="adj" fmla="val 8989"/>
            </a:avLst>
          </a:prstGeom>
          <a:solidFill>
            <a:srgbClr val="FFFFFF"/>
          </a:solidFill>
          <a:ln w="9525">
            <a:solidFill>
              <a:srgbClr val="D9DEE8"/>
            </a:solidFill>
            <a:prstDash val="solid"/>
          </a:ln>
        </p:spPr>
      </p:sp>
      <p:sp>
        <p:nvSpPr>
          <p:cNvPr id="31" name="">
            <a:extLst>
              <a:ext uri="{FF2B5EF4-FFF2-40B4-BE49-F238E27FC236}">
                <ns2:creationId id="{C44C4490-747D-44BA-8549-C668798537EC}"/>
              </a:ext>
            </a:extLst>
          </p:cNvPr>
          <p:cNvSpPr>
            <a:spLocks noGrp="1"/>
          </p:cNvSpPr>
          <p:nvPr/>
        </p:nvSpPr>
        <p:spPr>
          <a:xfrm>
            <a:off x="8458200" y="3924300"/>
            <a:ext cx="2533650" cy="876300"/>
          </a:xfrm>
          <a:prstGeom prst="roundRect">
            <a:avLst>
              <a:gd name="adj" fmla="val 8696"/>
            </a:avLst>
          </a:prstGeom>
          <a:solidFill>
            <a:srgbClr val="E6EEFF"/>
          </a:solidFill>
          <a:ln w="0">
            <a:noFill/>
          </a:ln>
        </p:spPr>
      </p:sp>
      <p:pic>
        <p:nvPicPr>
          <p:cNvPr id="66" name=""/>
          <p:cNvPicPr>
            <a:picLocks noChangeAspect="1"/>
          </p:cNvPicPr>
          <p:nvPr/>
        </p:nvPicPr>
        <p:blipFill>
          <a:blip r:embed="R940c0ebc94b34129"/>
          <a:stretch/>
        </p:blipFill>
        <p:spPr>
          <a:xfrm>
            <a:off x="8948807" y="4133850"/>
            <a:ext cx="1552436" cy="514350"/>
          </a:xfrm>
          <a:prstGeom prst="rect">
            <a:avLst/>
          </a:prstGeom>
        </p:spPr>
      </p:pic>
      <p:sp>
        <p:nvSpPr>
          <p:cNvPr id="33" name="">
            <a:extLst>
              <a:ext uri="{FF2B5EF4-FFF2-40B4-BE49-F238E27FC236}">
                <ns2:creationId id="{51A47B40-2564-44D5-BF02-D92187225BA0}"/>
              </a:ext>
            </a:extLst>
          </p:cNvPr>
          <p:cNvSpPr>
            <a:spLocks noGrp="1"/>
          </p:cNvSpPr>
          <p:nvPr/>
        </p:nvSpPr>
        <p:spPr>
          <a:xfrm>
            <a:off x="8229600" y="4857750"/>
            <a:ext cx="2990850" cy="0"/>
          </a:xfrm>
          <a:prstGeom prst="line">
            <a:avLst/>
          </a:prstGeom>
          <a:noFill/>
          <a:ln w="19050">
            <a:solidFill>
              <a:srgbClr val="E35D6A"/>
            </a:solidFill>
            <a:prstDash val="solid"/>
          </a:ln>
        </p:spPr>
      </p:sp>
      <p:sp>
        <p:nvSpPr>
          <p:cNvPr id="34" name="">
            <a:extLst>
              <a:ext uri="{FF2B5EF4-FFF2-40B4-BE49-F238E27FC236}">
                <ns2:creationId id="{97C05356-5917-4330-B3D2-D1FED787953A}"/>
              </a:ext>
            </a:extLst>
          </p:cNvPr>
          <p:cNvSpPr>
            <a:spLocks noGrp="1"/>
          </p:cNvSpPr>
          <p:nvPr/>
        </p:nvSpPr>
        <p:spPr>
          <a:xfrm>
            <a:off x="8324850" y="4933950"/>
            <a:ext cx="28003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ctr" rtl="1">
              <a:lnSpc>
                <a:spcPct val="105000"/>
              </a:lnSpc>
              <a:buNone/>
              <a:defRPr sz="1200" b="1" lang="ar-SA">
                <a:solidFill>
                  <a:srgbClr val="E35D6A"/>
                </a:solidFill>
                <a:latin typeface="thmanyah sans"/>
                <a:ea typeface="thmanyah sans"/>
                <a:cs typeface="thmanyah sans"/>
              </a:defRPr>
            </a:pPr>
            <a:r>
              <a:rPr sz="1200" b="1" lang="ar-SA">
                <a:solidFill>
                  <a:srgbClr val="E35D6A"/>
                </a:solidFill>
                <a:latin typeface="thmanyah sans"/>
                <a:ea typeface="thmanyah sans"/>
                <a:cs typeface="thmanyah sans"/>
              </a:rPr>
              <a:t>لا تضعه على خلفية ضعيفة</a:t>
            </a:r>
          </a:p>
        </p:txBody>
      </p:sp>
    </p:spTree>
    <p:extLst>
      <p:ext uri="{BB962C8B-B14F-4D97-AF65-F5344CB8AC3E}">
        <p14:creationId val="2140041294"/>
      </p:ext>
    </p:extLst>
  </p:cSld>
</p:sld>
</file>

<file path=ppt/slides/slide12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8" name="">
            <a:extLst>
              <a:ext uri="{FF2B5EF4-FFF2-40B4-BE49-F238E27FC236}">
                <ns2:creationId id="{AD441D6A-72CE-4E2D-969A-27A5B3C76387}"/>
              </a:ext>
            </a:extLst>
          </p:cNvPr>
          <p:cNvSpPr>
            <a:spLocks noGrp="1"/>
          </p:cNvSpPr>
          <p:nvPr/>
        </p:nvSpPr>
        <p:spPr>
          <a:xfrm>
            <a:off x="6286500" y="400050"/>
            <a:ext cx="53911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r" rtl="1">
              <a:lnSpc>
                <a:spcPct val="105000"/>
              </a:lnSpc>
              <a:buNone/>
              <a:defRPr sz="2625" b="1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defRPr>
            </a:pPr>
            <a:r>
              <a:rPr sz="2625" b="1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rPr>
              <a:t>لوحة الألوان الأساسية</a:t>
            </a:r>
          </a:p>
        </p:txBody>
      </p:sp>
      <p:sp>
        <p:nvSpPr>
          <p:cNvPr id="2" name="">
            <a:extLst>
              <a:ext uri="{FF2B5EF4-FFF2-40B4-BE49-F238E27FC236}">
                <ns2:creationId id="{85F7FEFD-D516-4405-AA54-156811149839}"/>
              </a:ext>
            </a:extLst>
          </p:cNvPr>
          <p:cNvSpPr>
            <a:spLocks noGrp="1"/>
          </p:cNvSpPr>
          <p:nvPr/>
        </p:nvSpPr>
        <p:spPr>
          <a:xfrm>
            <a:off x="514350" y="1143000"/>
            <a:ext cx="11163300" cy="0"/>
          </a:xfrm>
          <a:prstGeom prst="line">
            <a:avLst/>
          </a:prstGeom>
          <a:noFill/>
          <a:ln w="9525">
            <a:solidFill>
              <a:srgbClr val="D9DEE8"/>
            </a:solidFill>
            <a:prstDash val="solid"/>
          </a:ln>
        </p:spPr>
      </p:sp>
      <p:sp>
        <p:nvSpPr>
          <p:cNvPr id="3" name="">
            <a:extLst>
              <a:ext uri="{FF2B5EF4-FFF2-40B4-BE49-F238E27FC236}">
                <ns2:creationId id="{0515A9E0-8C0C-4139-B2E2-8A071C747D54}"/>
              </a:ext>
            </a:extLst>
          </p:cNvPr>
          <p:cNvSpPr>
            <a:spLocks noGrp="1"/>
          </p:cNvSpPr>
          <p:nvPr/>
        </p:nvSpPr>
        <p:spPr>
          <a:xfrm>
            <a:off x="514350" y="6343650"/>
            <a:ext cx="5238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rmAutofit fontScale="97680"/>
          </a:bodyPr>
          <a:lstStyle/>
          <a:p>
            <a:pPr algn="l">
              <a:lnSpc>
                <a:spcPct val="105000"/>
              </a:lnSpc>
              <a:buNone/>
              <a:defRPr sz="975" b="0">
                <a:solidFill>
                  <a:srgbClr val="566072"/>
                </a:solidFill>
                <a:latin typeface="thmanyah sans"/>
                <a:ea typeface="thmanyah sans"/>
                <a:cs typeface="thmanyah sans"/>
              </a:defRPr>
            </a:pPr>
            <a:r>
              <a:rPr sz="975" b="0">
                <a:solidFill>
                  <a:srgbClr val="566072"/>
                </a:solidFill>
                <a:latin typeface="thmanyah sans"/>
                <a:ea typeface="thmanyah sans"/>
                <a:cs typeface="thmanyah sans"/>
              </a:rPr>
              <a:t>12</a:t>
            </a:r>
          </a:p>
        </p:txBody>
      </p:sp>
      <p:sp>
        <p:nvSpPr>
          <p:cNvPr id="4" name="">
            <a:extLst>
              <a:ext uri="{FF2B5EF4-FFF2-40B4-BE49-F238E27FC236}">
                <ns2:creationId id="{90694ECA-3B01-4F17-BB72-FB3710BF07B3}"/>
              </a:ext>
            </a:extLst>
          </p:cNvPr>
          <p:cNvSpPr>
            <a:spLocks noGrp="1"/>
          </p:cNvSpPr>
          <p:nvPr/>
        </p:nvSpPr>
        <p:spPr>
          <a:xfrm>
            <a:off x="8763000" y="6343650"/>
            <a:ext cx="2914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97680"/>
          </a:bodyPr>
          <a:lstStyle/>
          <a:p>
            <a:pPr algn="r" rtl="1">
              <a:lnSpc>
                <a:spcPct val="105000"/>
              </a:lnSpc>
              <a:buNone/>
              <a:defRPr sz="975" b="0" lang="ar-SA">
                <a:solidFill>
                  <a:srgbClr val="566072"/>
                </a:solidFill>
                <a:latin typeface="thmanyah sans"/>
                <a:ea typeface="thmanyah sans"/>
                <a:cs typeface="thmanyah sans"/>
              </a:defRPr>
            </a:pPr>
            <a:r>
              <a:rPr sz="975" b="0" lang="ar-SA">
                <a:solidFill>
                  <a:srgbClr val="566072"/>
                </a:solidFill>
                <a:latin typeface="thmanyah sans"/>
                <a:ea typeface="thmanyah sans"/>
                <a:cs typeface="thmanyah sans"/>
              </a:rPr>
              <a:t>دليل الهوية البصرية لجداول</a:t>
            </a:r>
          </a:p>
        </p:txBody>
      </p:sp>
      <p:sp>
        <p:nvSpPr>
          <p:cNvPr id="5" name="">
            <a:extLst>
              <a:ext uri="{FF2B5EF4-FFF2-40B4-BE49-F238E27FC236}">
                <ns2:creationId id="{0A9E8DFA-139C-4B46-96A7-5D6858F52273}"/>
              </a:ext>
            </a:extLst>
          </p:cNvPr>
          <p:cNvSpPr>
            <a:spLocks noGrp="1"/>
          </p:cNvSpPr>
          <p:nvPr/>
        </p:nvSpPr>
        <p:spPr>
          <a:xfrm>
            <a:off x="514350" y="1504950"/>
            <a:ext cx="2514600" cy="3276600"/>
          </a:xfrm>
          <a:prstGeom prst="roundRect">
            <a:avLst>
              <a:gd name="adj" fmla="val 6818"/>
            </a:avLst>
          </a:prstGeom>
          <a:solidFill>
            <a:srgbClr val="0B0F19"/>
          </a:solidFill>
          <a:ln w="0">
            <a:noFill/>
          </a:ln>
        </p:spPr>
      </p:sp>
      <p:sp>
        <p:nvSpPr>
          <p:cNvPr id="6" name="">
            <a:extLst>
              <a:ext uri="{FF2B5EF4-FFF2-40B4-BE49-F238E27FC236}">
                <ns2:creationId id="{1FE8DED2-622C-4309-A9CD-7B6531F7C138}"/>
              </a:ext>
            </a:extLst>
          </p:cNvPr>
          <p:cNvSpPr>
            <a:spLocks noGrp="1"/>
          </p:cNvSpPr>
          <p:nvPr/>
        </p:nvSpPr>
        <p:spPr>
          <a:xfrm>
            <a:off x="723900" y="3657600"/>
            <a:ext cx="2095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r" rtl="1">
              <a:lnSpc>
                <a:spcPct val="105000"/>
              </a:lnSpc>
              <a:buNone/>
              <a:defRPr sz="1650" b="1" lang="ar-SA">
                <a:solidFill>
                  <a:srgbClr val="FFFFFF"/>
                </a:solidFill>
                <a:latin typeface="thmanyah sans"/>
                <a:ea typeface="thmanyah sans"/>
                <a:cs typeface="thmanyah sans"/>
              </a:defRPr>
            </a:pPr>
            <a:r>
              <a:rPr sz="1650" b="1" lang="ar-SA">
                <a:solidFill>
                  <a:srgbClr val="FFFFFF"/>
                </a:solidFill>
                <a:latin typeface="thmanyah sans"/>
                <a:ea typeface="thmanyah sans"/>
                <a:cs typeface="thmanyah sans"/>
              </a:rPr>
              <a:t>حبر جداول</a:t>
            </a:r>
          </a:p>
        </p:txBody>
      </p:sp>
      <p:sp>
        <p:nvSpPr>
          <p:cNvPr id="7" name="">
            <a:extLst>
              <a:ext uri="{FF2B5EF4-FFF2-40B4-BE49-F238E27FC236}">
                <ns2:creationId id="{42FB203E-D64D-4038-A133-84F3113323A9}"/>
              </a:ext>
            </a:extLst>
          </p:cNvPr>
          <p:cNvSpPr>
            <a:spLocks noGrp="1"/>
          </p:cNvSpPr>
          <p:nvPr/>
        </p:nvSpPr>
        <p:spPr>
          <a:xfrm>
            <a:off x="723900" y="4095750"/>
            <a:ext cx="2095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rmAutofit fontScale="100000"/>
          </a:bodyPr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FFFFFF"/>
                </a:solidFill>
                <a:latin typeface="thmanyah sans"/>
                <a:ea typeface="thmanyah sans"/>
                <a:cs typeface="thmanyah sans"/>
              </a:defRPr>
            </a:pPr>
            <a:r>
              <a:rPr sz="1200" b="0">
                <a:solidFill>
                  <a:srgbClr val="FFFFFF"/>
                </a:solidFill>
                <a:latin typeface="thmanyah sans"/>
                <a:ea typeface="thmanyah sans"/>
                <a:cs typeface="thmanyah sans"/>
              </a:rPr>
              <a:t>#0B0F19</a:t>
            </a:r>
          </a:p>
        </p:txBody>
      </p:sp>
      <p:sp>
        <p:nvSpPr>
          <p:cNvPr id="8" name="">
            <a:extLst>
              <a:ext uri="{FF2B5EF4-FFF2-40B4-BE49-F238E27FC236}">
                <ns2:creationId id="{C434760D-55CD-4132-9DEF-82C75B632134}"/>
              </a:ext>
            </a:extLst>
          </p:cNvPr>
          <p:cNvSpPr>
            <a:spLocks noGrp="1"/>
          </p:cNvSpPr>
          <p:nvPr/>
        </p:nvSpPr>
        <p:spPr>
          <a:xfrm>
            <a:off x="3314700" y="1504950"/>
            <a:ext cx="2514600" cy="3276600"/>
          </a:xfrm>
          <a:prstGeom prst="roundRect">
            <a:avLst>
              <a:gd name="adj" fmla="val 6818"/>
            </a:avLst>
          </a:prstGeom>
          <a:solidFill>
            <a:srgbClr val="0059FC"/>
          </a:solidFill>
          <a:ln w="0">
            <a:noFill/>
          </a:ln>
        </p:spPr>
      </p:sp>
      <p:sp>
        <p:nvSpPr>
          <p:cNvPr id="9" name="">
            <a:extLst>
              <a:ext uri="{FF2B5EF4-FFF2-40B4-BE49-F238E27FC236}">
                <ns2:creationId id="{CB2C37A6-F63C-4D6B-BB4C-D35D0377DC83}"/>
              </a:ext>
            </a:extLst>
          </p:cNvPr>
          <p:cNvSpPr>
            <a:spLocks noGrp="1"/>
          </p:cNvSpPr>
          <p:nvPr/>
        </p:nvSpPr>
        <p:spPr>
          <a:xfrm>
            <a:off x="3524250" y="3657600"/>
            <a:ext cx="2095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r" rtl="1">
              <a:lnSpc>
                <a:spcPct val="105000"/>
              </a:lnSpc>
              <a:buNone/>
              <a:defRPr sz="1650" b="1" lang="ar-SA">
                <a:solidFill>
                  <a:srgbClr val="FFFFFF"/>
                </a:solidFill>
                <a:latin typeface="thmanyah sans"/>
                <a:ea typeface="thmanyah sans"/>
                <a:cs typeface="thmanyah sans"/>
              </a:defRPr>
            </a:pPr>
            <a:r>
              <a:rPr sz="1650" b="1" lang="ar-SA">
                <a:solidFill>
                  <a:srgbClr val="FFFFFF"/>
                </a:solidFill>
                <a:latin typeface="thmanyah sans"/>
                <a:ea typeface="thmanyah sans"/>
                <a:cs typeface="thmanyah sans"/>
              </a:rPr>
              <a:t>أزرق جداول</a:t>
            </a:r>
          </a:p>
        </p:txBody>
      </p:sp>
      <p:sp>
        <p:nvSpPr>
          <p:cNvPr id="10" name="">
            <a:extLst>
              <a:ext uri="{FF2B5EF4-FFF2-40B4-BE49-F238E27FC236}">
                <ns2:creationId id="{4AEB1D6F-6C5B-4988-ADFC-88446F40274E}"/>
              </a:ext>
            </a:extLst>
          </p:cNvPr>
          <p:cNvSpPr>
            <a:spLocks noGrp="1"/>
          </p:cNvSpPr>
          <p:nvPr/>
        </p:nvSpPr>
        <p:spPr>
          <a:xfrm>
            <a:off x="3524250" y="4095750"/>
            <a:ext cx="2095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rmAutofit fontScale="100000"/>
          </a:bodyPr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FFFFFF"/>
                </a:solidFill>
                <a:latin typeface="thmanyah sans"/>
                <a:ea typeface="thmanyah sans"/>
                <a:cs typeface="thmanyah sans"/>
              </a:defRPr>
            </a:pPr>
            <a:r>
              <a:rPr sz="1200" b="0">
                <a:solidFill>
                  <a:srgbClr val="FFFFFF"/>
                </a:solidFill>
                <a:latin typeface="thmanyah sans"/>
                <a:ea typeface="thmanyah sans"/>
                <a:cs typeface="thmanyah sans"/>
              </a:rPr>
              <a:t>#0059FC</a:t>
            </a:r>
          </a:p>
        </p:txBody>
      </p:sp>
      <p:sp>
        <p:nvSpPr>
          <p:cNvPr id="11" name="">
            <a:extLst>
              <a:ext uri="{FF2B5EF4-FFF2-40B4-BE49-F238E27FC236}">
                <ns2:creationId id="{0DD12083-E3A1-48FE-A63C-D0A6A8EC593F}"/>
              </a:ext>
            </a:extLst>
          </p:cNvPr>
          <p:cNvSpPr>
            <a:spLocks noGrp="1"/>
          </p:cNvSpPr>
          <p:nvPr/>
        </p:nvSpPr>
        <p:spPr>
          <a:xfrm>
            <a:off x="6115050" y="1504950"/>
            <a:ext cx="2514600" cy="3276600"/>
          </a:xfrm>
          <a:prstGeom prst="roundRect">
            <a:avLst>
              <a:gd name="adj" fmla="val 6818"/>
            </a:avLst>
          </a:prstGeom>
          <a:solidFill>
            <a:srgbClr val="F6F7FB"/>
          </a:solidFill>
          <a:ln w="0">
            <a:noFill/>
          </a:ln>
        </p:spPr>
      </p:sp>
      <p:sp>
        <p:nvSpPr>
          <p:cNvPr id="12" name="">
            <a:extLst>
              <a:ext uri="{FF2B5EF4-FFF2-40B4-BE49-F238E27FC236}">
                <ns2:creationId id="{C1B571DB-300C-4CDF-9FA5-430AB43AACDA}"/>
              </a:ext>
            </a:extLst>
          </p:cNvPr>
          <p:cNvSpPr>
            <a:spLocks noGrp="1"/>
          </p:cNvSpPr>
          <p:nvPr/>
        </p:nvSpPr>
        <p:spPr>
          <a:xfrm>
            <a:off x="6324600" y="3657600"/>
            <a:ext cx="2095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r" rtl="1">
              <a:lnSpc>
                <a:spcPct val="105000"/>
              </a:lnSpc>
              <a:buNone/>
              <a:defRPr sz="1650" b="1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defRPr>
            </a:pPr>
            <a:r>
              <a:rPr sz="1650" b="1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rPr>
              <a:t>السحابة</a:t>
            </a:r>
          </a:p>
        </p:txBody>
      </p:sp>
      <p:sp>
        <p:nvSpPr>
          <p:cNvPr id="13" name="">
            <a:extLst>
              <a:ext uri="{FF2B5EF4-FFF2-40B4-BE49-F238E27FC236}">
                <ns2:creationId id="{6DEA7BF9-DCD3-4EAB-8D18-9EC4AC561A75}"/>
              </a:ext>
            </a:extLst>
          </p:cNvPr>
          <p:cNvSpPr>
            <a:spLocks noGrp="1"/>
          </p:cNvSpPr>
          <p:nvPr/>
        </p:nvSpPr>
        <p:spPr>
          <a:xfrm>
            <a:off x="6324600" y="4095750"/>
            <a:ext cx="2095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rmAutofit fontScale="100000"/>
          </a:bodyPr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0B0F19"/>
                </a:solidFill>
                <a:latin typeface="thmanyah sans"/>
                <a:ea typeface="thmanyah sans"/>
                <a:cs typeface="thmanyah sans"/>
              </a:defRPr>
            </a:pPr>
            <a:r>
              <a:rPr sz="1200" b="0">
                <a:solidFill>
                  <a:srgbClr val="0B0F19"/>
                </a:solidFill>
                <a:latin typeface="thmanyah sans"/>
                <a:ea typeface="thmanyah sans"/>
                <a:cs typeface="thmanyah sans"/>
              </a:rPr>
              <a:t>#F6F7FB</a:t>
            </a:r>
          </a:p>
        </p:txBody>
      </p:sp>
      <p:sp>
        <p:nvSpPr>
          <p:cNvPr id="14" name="">
            <a:extLst>
              <a:ext uri="{FF2B5EF4-FFF2-40B4-BE49-F238E27FC236}">
                <ns2:creationId id="{62E70B8B-0D49-409B-9BCE-31AE92EB9F15}"/>
              </a:ext>
            </a:extLst>
          </p:cNvPr>
          <p:cNvSpPr>
            <a:spLocks noGrp="1"/>
          </p:cNvSpPr>
          <p:nvPr/>
        </p:nvSpPr>
        <p:spPr>
          <a:xfrm>
            <a:off x="8915400" y="1504950"/>
            <a:ext cx="2514600" cy="32766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D9DEE8"/>
            </a:solidFill>
            <a:prstDash val="solid"/>
          </a:ln>
        </p:spPr>
      </p:sp>
      <p:sp>
        <p:nvSpPr>
          <p:cNvPr id="15" name="">
            <a:extLst>
              <a:ext uri="{FF2B5EF4-FFF2-40B4-BE49-F238E27FC236}">
                <ns2:creationId id="{03DF977B-6A1F-45EA-A892-619F2A2652F2}"/>
              </a:ext>
            </a:extLst>
          </p:cNvPr>
          <p:cNvSpPr>
            <a:spLocks noGrp="1"/>
          </p:cNvSpPr>
          <p:nvPr/>
        </p:nvSpPr>
        <p:spPr>
          <a:xfrm>
            <a:off x="9124950" y="3657600"/>
            <a:ext cx="2095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r" rtl="1">
              <a:lnSpc>
                <a:spcPct val="105000"/>
              </a:lnSpc>
              <a:buNone/>
              <a:defRPr sz="1650" b="1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defRPr>
            </a:pPr>
            <a:r>
              <a:rPr sz="1650" b="1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rPr>
              <a:t>الأبيض</a:t>
            </a:r>
          </a:p>
        </p:txBody>
      </p:sp>
      <p:sp>
        <p:nvSpPr>
          <p:cNvPr id="16" name="">
            <a:extLst>
              <a:ext uri="{FF2B5EF4-FFF2-40B4-BE49-F238E27FC236}">
                <ns2:creationId id="{73F955BD-A9DC-44B8-8FB3-9AAC29266695}"/>
              </a:ext>
            </a:extLst>
          </p:cNvPr>
          <p:cNvSpPr>
            <a:spLocks noGrp="1"/>
          </p:cNvSpPr>
          <p:nvPr/>
        </p:nvSpPr>
        <p:spPr>
          <a:xfrm>
            <a:off x="9124950" y="4095750"/>
            <a:ext cx="2095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rmAutofit fontScale="100000"/>
          </a:bodyPr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0B0F19"/>
                </a:solidFill>
                <a:latin typeface="thmanyah sans"/>
                <a:ea typeface="thmanyah sans"/>
                <a:cs typeface="thmanyah sans"/>
              </a:defRPr>
            </a:pPr>
            <a:r>
              <a:rPr sz="1200" b="0">
                <a:solidFill>
                  <a:srgbClr val="0B0F19"/>
                </a:solidFill>
                <a:latin typeface="thmanyah sans"/>
                <a:ea typeface="thmanyah sans"/>
                <a:cs typeface="thmanyah sans"/>
              </a:rPr>
              <a:t>#FFFFFF</a:t>
            </a:r>
          </a:p>
        </p:txBody>
      </p:sp>
      <p:sp>
        <p:nvSpPr>
          <p:cNvPr id="17" name="">
            <a:extLst>
              <a:ext uri="{FF2B5EF4-FFF2-40B4-BE49-F238E27FC236}">
                <ns2:creationId id="{D72112D2-ACBA-4CB5-B3D9-5E515EEDD1E2}"/>
              </a:ext>
            </a:extLst>
          </p:cNvPr>
          <p:cNvSpPr>
            <a:spLocks noGrp="1"/>
          </p:cNvSpPr>
          <p:nvPr/>
        </p:nvSpPr>
        <p:spPr>
          <a:xfrm>
            <a:off x="2114550" y="5219700"/>
            <a:ext cx="79629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ctr" rtl="1">
              <a:lnSpc>
                <a:spcPct val="105000"/>
              </a:lnSpc>
              <a:buNone/>
              <a:defRPr sz="1650" b="1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defRPr>
            </a:pPr>
            <a:r>
              <a:rPr sz="1650" b="1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rPr>
              <a:t>الأسود يثبت العلامة. الأزرق يوجه الانتباه. المساحات الفاتحة تدعم القراءة وكثافة البيانات.</a:t>
            </a:r>
          </a:p>
        </p:txBody>
      </p:sp>
    </p:spTree>
    <p:extLst>
      <p:ext uri="{BB962C8B-B14F-4D97-AF65-F5344CB8AC3E}">
        <p14:creationId val="1979562142"/>
      </p:ext>
    </p:extLst>
  </p:cSld>
</p:sld>
</file>

<file path=ppt/slides/slide13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2" name="">
            <a:extLst>
              <a:ext uri="{FF2B5EF4-FFF2-40B4-BE49-F238E27FC236}">
                <ns2:creationId id="{57DC786D-97B7-4602-B9D1-FFA95EF60163}"/>
              </a:ext>
            </a:extLst>
          </p:cNvPr>
          <p:cNvSpPr>
            <a:spLocks noGrp="1"/>
          </p:cNvSpPr>
          <p:nvPr/>
        </p:nvSpPr>
        <p:spPr>
          <a:xfrm>
            <a:off x="6286500" y="400050"/>
            <a:ext cx="53911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r" rtl="1">
              <a:lnSpc>
                <a:spcPct val="105000"/>
              </a:lnSpc>
              <a:buNone/>
              <a:defRPr sz="2625" b="1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defRPr>
            </a:pPr>
            <a:r>
              <a:rPr sz="2625" b="1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rPr>
              <a:t>ألوان الدعم والحالات</a:t>
            </a:r>
          </a:p>
        </p:txBody>
      </p:sp>
      <p:sp>
        <p:nvSpPr>
          <p:cNvPr id="2" name="">
            <a:extLst>
              <a:ext uri="{FF2B5EF4-FFF2-40B4-BE49-F238E27FC236}">
                <ns2:creationId id="{7B2B3116-0441-4ACC-9E84-A8D3AFB47D50}"/>
              </a:ext>
            </a:extLst>
          </p:cNvPr>
          <p:cNvSpPr>
            <a:spLocks noGrp="1"/>
          </p:cNvSpPr>
          <p:nvPr/>
        </p:nvSpPr>
        <p:spPr>
          <a:xfrm>
            <a:off x="514350" y="1143000"/>
            <a:ext cx="11163300" cy="0"/>
          </a:xfrm>
          <a:prstGeom prst="line">
            <a:avLst/>
          </a:prstGeom>
          <a:noFill/>
          <a:ln w="9525">
            <a:solidFill>
              <a:srgbClr val="D9DEE8"/>
            </a:solidFill>
            <a:prstDash val="solid"/>
          </a:ln>
        </p:spPr>
      </p:sp>
      <p:sp>
        <p:nvSpPr>
          <p:cNvPr id="3" name="">
            <a:extLst>
              <a:ext uri="{FF2B5EF4-FFF2-40B4-BE49-F238E27FC236}">
                <ns2:creationId id="{3A2B1777-4E18-4EFE-A37E-E14CF8CF5A45}"/>
              </a:ext>
            </a:extLst>
          </p:cNvPr>
          <p:cNvSpPr>
            <a:spLocks noGrp="1"/>
          </p:cNvSpPr>
          <p:nvPr/>
        </p:nvSpPr>
        <p:spPr>
          <a:xfrm>
            <a:off x="514350" y="6343650"/>
            <a:ext cx="5238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rmAutofit fontScale="97680"/>
          </a:bodyPr>
          <a:lstStyle/>
          <a:p>
            <a:pPr algn="l">
              <a:lnSpc>
                <a:spcPct val="105000"/>
              </a:lnSpc>
              <a:buNone/>
              <a:defRPr sz="975" b="0">
                <a:solidFill>
                  <a:srgbClr val="566072"/>
                </a:solidFill>
                <a:latin typeface="thmanyah sans"/>
                <a:ea typeface="thmanyah sans"/>
                <a:cs typeface="thmanyah sans"/>
              </a:defRPr>
            </a:pPr>
            <a:r>
              <a:rPr sz="975" b="0">
                <a:solidFill>
                  <a:srgbClr val="566072"/>
                </a:solidFill>
                <a:latin typeface="thmanyah sans"/>
                <a:ea typeface="thmanyah sans"/>
                <a:cs typeface="thmanyah sans"/>
              </a:rPr>
              <a:t>13</a:t>
            </a:r>
          </a:p>
        </p:txBody>
      </p:sp>
      <p:sp>
        <p:nvSpPr>
          <p:cNvPr id="4" name="">
            <a:extLst>
              <a:ext uri="{FF2B5EF4-FFF2-40B4-BE49-F238E27FC236}">
                <ns2:creationId id="{1E9E7EA5-808E-4DDA-B7CF-EF370716AC41}"/>
              </a:ext>
            </a:extLst>
          </p:cNvPr>
          <p:cNvSpPr>
            <a:spLocks noGrp="1"/>
          </p:cNvSpPr>
          <p:nvPr/>
        </p:nvSpPr>
        <p:spPr>
          <a:xfrm>
            <a:off x="8763000" y="6343650"/>
            <a:ext cx="2914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97680"/>
          </a:bodyPr>
          <a:lstStyle/>
          <a:p>
            <a:pPr algn="r" rtl="1">
              <a:lnSpc>
                <a:spcPct val="105000"/>
              </a:lnSpc>
              <a:buNone/>
              <a:defRPr sz="975" b="0" lang="ar-SA">
                <a:solidFill>
                  <a:srgbClr val="566072"/>
                </a:solidFill>
                <a:latin typeface="thmanyah sans"/>
                <a:ea typeface="thmanyah sans"/>
                <a:cs typeface="thmanyah sans"/>
              </a:defRPr>
            </a:pPr>
            <a:r>
              <a:rPr sz="975" b="0" lang="ar-SA">
                <a:solidFill>
                  <a:srgbClr val="566072"/>
                </a:solidFill>
                <a:latin typeface="thmanyah sans"/>
                <a:ea typeface="thmanyah sans"/>
                <a:cs typeface="thmanyah sans"/>
              </a:rPr>
              <a:t>دليل الهوية البصرية لجداول</a:t>
            </a:r>
          </a:p>
        </p:txBody>
      </p:sp>
      <p:sp>
        <p:nvSpPr>
          <p:cNvPr id="5" name="">
            <a:extLst>
              <a:ext uri="{FF2B5EF4-FFF2-40B4-BE49-F238E27FC236}">
                <ns2:creationId id="{D3433330-CA5A-4152-A9D6-7CE05656F27A}"/>
              </a:ext>
            </a:extLst>
          </p:cNvPr>
          <p:cNvSpPr>
            <a:spLocks noGrp="1"/>
          </p:cNvSpPr>
          <p:nvPr/>
        </p:nvSpPr>
        <p:spPr>
          <a:xfrm>
            <a:off x="514350" y="1619250"/>
            <a:ext cx="1943100" cy="2381250"/>
          </a:xfrm>
          <a:prstGeom prst="roundRect">
            <a:avLst>
              <a:gd name="adj" fmla="val 7843"/>
            </a:avLst>
          </a:prstGeom>
          <a:solidFill>
            <a:srgbClr val="E6EEFF"/>
          </a:solidFill>
          <a:ln w="0">
            <a:noFill/>
          </a:ln>
        </p:spPr>
      </p:sp>
      <p:sp>
        <p:nvSpPr>
          <p:cNvPr id="6" name="">
            <a:extLst>
              <a:ext uri="{FF2B5EF4-FFF2-40B4-BE49-F238E27FC236}">
                <ns2:creationId id="{0DC4473F-3188-4C09-AF86-742B7E3023B8}"/>
              </a:ext>
            </a:extLst>
          </p:cNvPr>
          <p:cNvSpPr>
            <a:spLocks noGrp="1"/>
          </p:cNvSpPr>
          <p:nvPr/>
        </p:nvSpPr>
        <p:spPr>
          <a:xfrm>
            <a:off x="685800" y="2571750"/>
            <a:ext cx="16002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ctr" rtl="1">
              <a:lnSpc>
                <a:spcPct val="105000"/>
              </a:lnSpc>
              <a:buNone/>
              <a:defRPr sz="1425" b="1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defRPr>
            </a:pPr>
            <a:r>
              <a:rPr sz="1425" b="1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rPr>
              <a:t>أزرق فاتح</a:t>
            </a:r>
          </a:p>
        </p:txBody>
      </p:sp>
      <p:sp>
        <p:nvSpPr>
          <p:cNvPr id="7" name="">
            <a:extLst>
              <a:ext uri="{FF2B5EF4-FFF2-40B4-BE49-F238E27FC236}">
                <ns2:creationId id="{1F65C5F6-7625-4826-ADD4-AE5D1ADF5701}"/>
              </a:ext>
            </a:extLst>
          </p:cNvPr>
          <p:cNvSpPr>
            <a:spLocks noGrp="1"/>
          </p:cNvSpPr>
          <p:nvPr/>
        </p:nvSpPr>
        <p:spPr>
          <a:xfrm>
            <a:off x="685800" y="3048000"/>
            <a:ext cx="16002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ctr" rtl="1">
              <a:lnSpc>
                <a:spcPct val="105000"/>
              </a:lnSpc>
              <a:buNone/>
              <a:defRPr sz="1125" b="0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defRPr>
            </a:pPr>
            <a:r>
              <a:rPr sz="1125" b="0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rPr>
              <a:t>خلفيات مرتبطة بالعلامة</a:t>
            </a:r>
          </a:p>
        </p:txBody>
      </p:sp>
      <p:sp>
        <p:nvSpPr>
          <p:cNvPr id="8" name="">
            <a:extLst>
              <a:ext uri="{FF2B5EF4-FFF2-40B4-BE49-F238E27FC236}">
                <ns2:creationId id="{CB6D9631-7D07-4074-B528-DBDE214A0E8B}"/>
              </a:ext>
            </a:extLst>
          </p:cNvPr>
          <p:cNvSpPr>
            <a:spLocks noGrp="1"/>
          </p:cNvSpPr>
          <p:nvPr/>
        </p:nvSpPr>
        <p:spPr>
          <a:xfrm>
            <a:off x="2743200" y="1619250"/>
            <a:ext cx="1943100" cy="2381250"/>
          </a:xfrm>
          <a:prstGeom prst="roundRect">
            <a:avLst>
              <a:gd name="adj" fmla="val 7843"/>
            </a:avLst>
          </a:prstGeom>
          <a:solidFill>
            <a:srgbClr val="83D7C2"/>
          </a:solidFill>
          <a:ln w="0">
            <a:noFill/>
          </a:ln>
        </p:spPr>
      </p:sp>
      <p:sp>
        <p:nvSpPr>
          <p:cNvPr id="9" name="">
            <a:extLst>
              <a:ext uri="{FF2B5EF4-FFF2-40B4-BE49-F238E27FC236}">
                <ns2:creationId id="{0898C3CB-7320-4E60-AAFD-6F69AE940B2B}"/>
              </a:ext>
            </a:extLst>
          </p:cNvPr>
          <p:cNvSpPr>
            <a:spLocks noGrp="1"/>
          </p:cNvSpPr>
          <p:nvPr/>
        </p:nvSpPr>
        <p:spPr>
          <a:xfrm>
            <a:off x="2914650" y="2571750"/>
            <a:ext cx="16002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ctr" rtl="1">
              <a:lnSpc>
                <a:spcPct val="105000"/>
              </a:lnSpc>
              <a:buNone/>
              <a:defRPr sz="1425" b="1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defRPr>
            </a:pPr>
            <a:r>
              <a:rPr sz="1425" b="1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rPr>
              <a:t>نعناعي</a:t>
            </a:r>
          </a:p>
        </p:txBody>
      </p:sp>
      <p:sp>
        <p:nvSpPr>
          <p:cNvPr id="10" name="">
            <a:extLst>
              <a:ext uri="{FF2B5EF4-FFF2-40B4-BE49-F238E27FC236}">
                <ns2:creationId id="{4F64BF20-0057-4A8C-9289-0452838561DE}"/>
              </a:ext>
            </a:extLst>
          </p:cNvPr>
          <p:cNvSpPr>
            <a:spLocks noGrp="1"/>
          </p:cNvSpPr>
          <p:nvPr/>
        </p:nvSpPr>
        <p:spPr>
          <a:xfrm>
            <a:off x="2914650" y="3048000"/>
            <a:ext cx="16002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ctr" rtl="1">
              <a:lnSpc>
                <a:spcPct val="105000"/>
              </a:lnSpc>
              <a:buNone/>
              <a:defRPr sz="1125" b="0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defRPr>
            </a:pPr>
            <a:r>
              <a:rPr sz="1125" b="0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rPr>
              <a:t>نجاح وتقدم</a:t>
            </a:r>
          </a:p>
        </p:txBody>
      </p:sp>
      <p:sp>
        <p:nvSpPr>
          <p:cNvPr id="11" name="">
            <a:extLst>
              <a:ext uri="{FF2B5EF4-FFF2-40B4-BE49-F238E27FC236}">
                <ns2:creationId id="{DE753F85-FC34-4A84-BA98-83FE9A7430E3}"/>
              </a:ext>
            </a:extLst>
          </p:cNvPr>
          <p:cNvSpPr>
            <a:spLocks noGrp="1"/>
          </p:cNvSpPr>
          <p:nvPr/>
        </p:nvSpPr>
        <p:spPr>
          <a:xfrm>
            <a:off x="4972050" y="1619250"/>
            <a:ext cx="1943100" cy="2381250"/>
          </a:xfrm>
          <a:prstGeom prst="roundRect">
            <a:avLst>
              <a:gd name="adj" fmla="val 7843"/>
            </a:avLst>
          </a:prstGeom>
          <a:solidFill>
            <a:srgbClr val="F6C85F"/>
          </a:solidFill>
          <a:ln w="0">
            <a:noFill/>
          </a:ln>
        </p:spPr>
      </p:sp>
      <p:sp>
        <p:nvSpPr>
          <p:cNvPr id="12" name="">
            <a:extLst>
              <a:ext uri="{FF2B5EF4-FFF2-40B4-BE49-F238E27FC236}">
                <ns2:creationId id="{E463FC51-DDB9-4297-B4F2-09B32EC68451}"/>
              </a:ext>
            </a:extLst>
          </p:cNvPr>
          <p:cNvSpPr>
            <a:spLocks noGrp="1"/>
          </p:cNvSpPr>
          <p:nvPr/>
        </p:nvSpPr>
        <p:spPr>
          <a:xfrm>
            <a:off x="5143500" y="2571750"/>
            <a:ext cx="16002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ctr" rtl="1">
              <a:lnSpc>
                <a:spcPct val="105000"/>
              </a:lnSpc>
              <a:buNone/>
              <a:defRPr sz="1425" b="1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defRPr>
            </a:pPr>
            <a:r>
              <a:rPr sz="1425" b="1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rPr>
              <a:t>كهرماني</a:t>
            </a:r>
          </a:p>
        </p:txBody>
      </p:sp>
      <p:sp>
        <p:nvSpPr>
          <p:cNvPr id="13" name="">
            <a:extLst>
              <a:ext uri="{FF2B5EF4-FFF2-40B4-BE49-F238E27FC236}">
                <ns2:creationId id="{BD142C8B-E0C1-4F76-BA79-80BB3093E0AC}"/>
              </a:ext>
            </a:extLst>
          </p:cNvPr>
          <p:cNvSpPr>
            <a:spLocks noGrp="1"/>
          </p:cNvSpPr>
          <p:nvPr/>
        </p:nvSpPr>
        <p:spPr>
          <a:xfrm>
            <a:off x="5143500" y="3048000"/>
            <a:ext cx="16002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ctr" rtl="1">
              <a:lnSpc>
                <a:spcPct val="105000"/>
              </a:lnSpc>
              <a:buNone/>
              <a:defRPr sz="1125" b="0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defRPr>
            </a:pPr>
            <a:r>
              <a:rPr sz="1125" b="0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rPr>
              <a:t>تنبيه يحتاج انتباهًا</a:t>
            </a:r>
          </a:p>
        </p:txBody>
      </p:sp>
      <p:sp>
        <p:nvSpPr>
          <p:cNvPr id="14" name="">
            <a:extLst>
              <a:ext uri="{FF2B5EF4-FFF2-40B4-BE49-F238E27FC236}">
                <ns2:creationId id="{A53E4DF9-5AA7-4E54-B0B6-5653F6FE7BA7}"/>
              </a:ext>
            </a:extLst>
          </p:cNvPr>
          <p:cNvSpPr>
            <a:spLocks noGrp="1"/>
          </p:cNvSpPr>
          <p:nvPr/>
        </p:nvSpPr>
        <p:spPr>
          <a:xfrm>
            <a:off x="7200900" y="1619250"/>
            <a:ext cx="1943100" cy="2381250"/>
          </a:xfrm>
          <a:prstGeom prst="roundRect">
            <a:avLst>
              <a:gd name="adj" fmla="val 7843"/>
            </a:avLst>
          </a:prstGeom>
          <a:solidFill>
            <a:srgbClr val="E35D6A"/>
          </a:solidFill>
          <a:ln w="0">
            <a:noFill/>
          </a:ln>
        </p:spPr>
      </p:sp>
      <p:sp>
        <p:nvSpPr>
          <p:cNvPr id="15" name="">
            <a:extLst>
              <a:ext uri="{FF2B5EF4-FFF2-40B4-BE49-F238E27FC236}">
                <ns2:creationId id="{556294E8-FCE1-45B6-A669-01310262D825}"/>
              </a:ext>
            </a:extLst>
          </p:cNvPr>
          <p:cNvSpPr>
            <a:spLocks noGrp="1"/>
          </p:cNvSpPr>
          <p:nvPr/>
        </p:nvSpPr>
        <p:spPr>
          <a:xfrm>
            <a:off x="7372350" y="2571750"/>
            <a:ext cx="16002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ctr" rtl="1">
              <a:lnSpc>
                <a:spcPct val="105000"/>
              </a:lnSpc>
              <a:buNone/>
              <a:defRPr sz="1425" b="1" lang="ar-SA">
                <a:solidFill>
                  <a:srgbClr val="FFFFFF"/>
                </a:solidFill>
                <a:latin typeface="thmanyah sans"/>
                <a:ea typeface="thmanyah sans"/>
                <a:cs typeface="thmanyah sans"/>
              </a:defRPr>
            </a:pPr>
            <a:r>
              <a:rPr sz="1425" b="1" lang="ar-SA">
                <a:solidFill>
                  <a:srgbClr val="FFFFFF"/>
                </a:solidFill>
                <a:latin typeface="thmanyah sans"/>
                <a:ea typeface="thmanyah sans"/>
                <a:cs typeface="thmanyah sans"/>
              </a:rPr>
              <a:t>مرجاني</a:t>
            </a:r>
          </a:p>
        </p:txBody>
      </p:sp>
      <p:sp>
        <p:nvSpPr>
          <p:cNvPr id="16" name="">
            <a:extLst>
              <a:ext uri="{FF2B5EF4-FFF2-40B4-BE49-F238E27FC236}">
                <ns2:creationId id="{441A1AEB-8618-45E2-9934-2F843173E7A9}"/>
              </a:ext>
            </a:extLst>
          </p:cNvPr>
          <p:cNvSpPr>
            <a:spLocks noGrp="1"/>
          </p:cNvSpPr>
          <p:nvPr/>
        </p:nvSpPr>
        <p:spPr>
          <a:xfrm>
            <a:off x="7372350" y="3048000"/>
            <a:ext cx="16002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ctr" rtl="1">
              <a:lnSpc>
                <a:spcPct val="105000"/>
              </a:lnSpc>
              <a:buNone/>
              <a:defRPr sz="1125" b="0" lang="ar-SA">
                <a:solidFill>
                  <a:srgbClr val="FFFFFF"/>
                </a:solidFill>
                <a:latin typeface="thmanyah sans"/>
                <a:ea typeface="thmanyah sans"/>
                <a:cs typeface="thmanyah sans"/>
              </a:defRPr>
            </a:pPr>
            <a:r>
              <a:rPr sz="1125" b="0" lang="ar-SA">
                <a:solidFill>
                  <a:srgbClr val="FFFFFF"/>
                </a:solidFill>
                <a:latin typeface="thmanyah sans"/>
                <a:ea typeface="thmanyah sans"/>
                <a:cs typeface="thmanyah sans"/>
              </a:rPr>
              <a:t>خطأ أو إجراء خطير</a:t>
            </a:r>
          </a:p>
        </p:txBody>
      </p:sp>
      <p:sp>
        <p:nvSpPr>
          <p:cNvPr id="17" name="">
            <a:extLst>
              <a:ext uri="{FF2B5EF4-FFF2-40B4-BE49-F238E27FC236}">
                <ns2:creationId id="{F4945540-10F1-45C7-B108-32ECAF0E6BAE}"/>
              </a:ext>
            </a:extLst>
          </p:cNvPr>
          <p:cNvSpPr>
            <a:spLocks noGrp="1"/>
          </p:cNvSpPr>
          <p:nvPr/>
        </p:nvSpPr>
        <p:spPr>
          <a:xfrm>
            <a:off x="9429750" y="1619250"/>
            <a:ext cx="1943100" cy="2381250"/>
          </a:xfrm>
          <a:prstGeom prst="roundRect">
            <a:avLst>
              <a:gd name="adj" fmla="val 7843"/>
            </a:avLst>
          </a:prstGeom>
          <a:solidFill>
            <a:srgbClr val="566072"/>
          </a:solidFill>
          <a:ln w="0">
            <a:noFill/>
          </a:ln>
        </p:spPr>
      </p:sp>
      <p:sp>
        <p:nvSpPr>
          <p:cNvPr id="18" name="">
            <a:extLst>
              <a:ext uri="{FF2B5EF4-FFF2-40B4-BE49-F238E27FC236}">
                <ns2:creationId id="{D2AF29AE-5660-4DA8-B45D-4256521DD8A4}"/>
              </a:ext>
            </a:extLst>
          </p:cNvPr>
          <p:cNvSpPr>
            <a:spLocks noGrp="1"/>
          </p:cNvSpPr>
          <p:nvPr/>
        </p:nvSpPr>
        <p:spPr>
          <a:xfrm>
            <a:off x="9601200" y="2571750"/>
            <a:ext cx="16002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ctr" rtl="1">
              <a:lnSpc>
                <a:spcPct val="105000"/>
              </a:lnSpc>
              <a:buNone/>
              <a:defRPr sz="1425" b="1" lang="ar-SA">
                <a:solidFill>
                  <a:srgbClr val="FFFFFF"/>
                </a:solidFill>
                <a:latin typeface="thmanyah sans"/>
                <a:ea typeface="thmanyah sans"/>
                <a:cs typeface="thmanyah sans"/>
              </a:defRPr>
            </a:pPr>
            <a:r>
              <a:rPr sz="1425" b="1" lang="ar-SA">
                <a:solidFill>
                  <a:srgbClr val="FFFFFF"/>
                </a:solidFill>
                <a:latin typeface="thmanyah sans"/>
                <a:ea typeface="thmanyah sans"/>
                <a:cs typeface="thmanyah sans"/>
              </a:rPr>
              <a:t>رمادي أردوازي</a:t>
            </a:r>
          </a:p>
        </p:txBody>
      </p:sp>
      <p:sp>
        <p:nvSpPr>
          <p:cNvPr id="19" name="">
            <a:extLst>
              <a:ext uri="{FF2B5EF4-FFF2-40B4-BE49-F238E27FC236}">
                <ns2:creationId id="{CD17ACDD-6398-4B53-9ABE-74F01B92BED2}"/>
              </a:ext>
            </a:extLst>
          </p:cNvPr>
          <p:cNvSpPr>
            <a:spLocks noGrp="1"/>
          </p:cNvSpPr>
          <p:nvPr/>
        </p:nvSpPr>
        <p:spPr>
          <a:xfrm>
            <a:off x="9601200" y="3048000"/>
            <a:ext cx="16002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ctr" rtl="1">
              <a:lnSpc>
                <a:spcPct val="105000"/>
              </a:lnSpc>
              <a:buNone/>
              <a:defRPr sz="1125" b="0" lang="ar-SA">
                <a:solidFill>
                  <a:srgbClr val="FFFFFF"/>
                </a:solidFill>
                <a:latin typeface="thmanyah sans"/>
                <a:ea typeface="thmanyah sans"/>
                <a:cs typeface="thmanyah sans"/>
              </a:defRPr>
            </a:pPr>
            <a:r>
              <a:rPr sz="1125" b="0" lang="ar-SA">
                <a:solidFill>
                  <a:srgbClr val="FFFFFF"/>
                </a:solidFill>
                <a:latin typeface="thmanyah sans"/>
                <a:ea typeface="thmanyah sans"/>
                <a:cs typeface="thmanyah sans"/>
              </a:rPr>
              <a:t>نص ثانوي وحدود</a:t>
            </a:r>
          </a:p>
        </p:txBody>
      </p:sp>
      <p:sp>
        <p:nvSpPr>
          <p:cNvPr id="20" name="">
            <a:extLst>
              <a:ext uri="{FF2B5EF4-FFF2-40B4-BE49-F238E27FC236}">
                <ns2:creationId id="{AB0D0AE0-829B-45EB-A800-A573CB6086A0}"/>
              </a:ext>
            </a:extLst>
          </p:cNvPr>
          <p:cNvSpPr>
            <a:spLocks noGrp="1"/>
          </p:cNvSpPr>
          <p:nvPr/>
        </p:nvSpPr>
        <p:spPr>
          <a:xfrm>
            <a:off x="2476500" y="4705350"/>
            <a:ext cx="7239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ctr" rtl="1">
              <a:lnSpc>
                <a:spcPct val="105000"/>
              </a:lnSpc>
              <a:buNone/>
              <a:defRPr sz="1575" b="1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defRPr>
            </a:pPr>
            <a:r>
              <a:rPr sz="1575" b="1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rPr>
              <a:t>ألوان الحالات تخدم الواجهة والبيانات. لا تستخدم كبدائل للون العلامة الرئيسي.</a:t>
            </a:r>
          </a:p>
        </p:txBody>
      </p:sp>
      <p:sp>
        <p:nvSpPr>
          <p:cNvPr id="21" name="">
            <a:extLst>
              <a:ext uri="{FF2B5EF4-FFF2-40B4-BE49-F238E27FC236}">
                <ns2:creationId id="{3E5E8859-B84C-4A58-8DE3-1F6EE2365EEC}"/>
              </a:ext>
            </a:extLst>
          </p:cNvPr>
          <p:cNvSpPr>
            <a:spLocks noGrp="1"/>
          </p:cNvSpPr>
          <p:nvPr/>
        </p:nvSpPr>
        <p:spPr>
          <a:xfrm>
            <a:off x="2476500" y="5314950"/>
            <a:ext cx="7239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ctr" rtl="1">
              <a:lnSpc>
                <a:spcPct val="105000"/>
              </a:lnSpc>
              <a:buNone/>
              <a:defRPr sz="1350" b="0" lang="ar-SA">
                <a:solidFill>
                  <a:srgbClr val="566072"/>
                </a:solidFill>
                <a:latin typeface="thmanyah sans"/>
                <a:ea typeface="thmanyah sans"/>
                <a:cs typeface="thmanyah sans"/>
              </a:defRPr>
            </a:pPr>
            <a:r>
              <a:rPr sz="1350" b="0" lang="ar-SA">
                <a:solidFill>
                  <a:srgbClr val="566072"/>
                </a:solidFill>
                <a:latin typeface="thmanyah sans"/>
                <a:ea typeface="thmanyah sans"/>
                <a:cs typeface="thmanyah sans"/>
              </a:rPr>
              <a:t>احفظ تباينًا لا يقل عن WCAG AA للنصوص الأساسية.</a:t>
            </a:r>
          </a:p>
        </p:txBody>
      </p:sp>
    </p:spTree>
    <p:extLst>
      <p:ext uri="{BB962C8B-B14F-4D97-AF65-F5344CB8AC3E}">
        <p14:creationId val="801115211"/>
      </p:ext>
    </p:extLst>
  </p:cSld>
</p:sld>
</file>

<file path=ppt/slides/slide14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5" name="">
            <a:extLst>
              <a:ext uri="{FF2B5EF4-FFF2-40B4-BE49-F238E27FC236}">
                <ns2:creationId id="{95ACB005-7728-4CC2-989F-CF2AE58A556E}"/>
              </a:ext>
            </a:extLst>
          </p:cNvPr>
          <p:cNvSpPr>
            <a:spLocks noGrp="1"/>
          </p:cNvSpPr>
          <p:nvPr/>
        </p:nvSpPr>
        <p:spPr>
          <a:xfrm>
            <a:off x="6286500" y="400050"/>
            <a:ext cx="53911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r" rtl="1">
              <a:lnSpc>
                <a:spcPct val="105000"/>
              </a:lnSpc>
              <a:buNone/>
              <a:defRPr sz="2625" b="1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defRPr>
            </a:pPr>
            <a:r>
              <a:rPr sz="2625" b="1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rPr>
              <a:t>نسب استخدام اللون</a:t>
            </a:r>
          </a:p>
        </p:txBody>
      </p:sp>
      <p:sp>
        <p:nvSpPr>
          <p:cNvPr id="2" name="">
            <a:extLst>
              <a:ext uri="{FF2B5EF4-FFF2-40B4-BE49-F238E27FC236}">
                <ns2:creationId id="{4A0D1CF2-116A-45EE-BA8A-3E266E004ABC}"/>
              </a:ext>
            </a:extLst>
          </p:cNvPr>
          <p:cNvSpPr>
            <a:spLocks noGrp="1"/>
          </p:cNvSpPr>
          <p:nvPr/>
        </p:nvSpPr>
        <p:spPr>
          <a:xfrm>
            <a:off x="514350" y="1143000"/>
            <a:ext cx="11163300" cy="0"/>
          </a:xfrm>
          <a:prstGeom prst="line">
            <a:avLst/>
          </a:prstGeom>
          <a:noFill/>
          <a:ln w="9525">
            <a:solidFill>
              <a:srgbClr val="D9DEE8"/>
            </a:solidFill>
            <a:prstDash val="solid"/>
          </a:ln>
        </p:spPr>
      </p:sp>
      <p:sp>
        <p:nvSpPr>
          <p:cNvPr id="3" name="">
            <a:extLst>
              <a:ext uri="{FF2B5EF4-FFF2-40B4-BE49-F238E27FC236}">
                <ns2:creationId id="{B7370A68-E5C5-4CE9-A67D-197E7917DB9F}"/>
              </a:ext>
            </a:extLst>
          </p:cNvPr>
          <p:cNvSpPr>
            <a:spLocks noGrp="1"/>
          </p:cNvSpPr>
          <p:nvPr/>
        </p:nvSpPr>
        <p:spPr>
          <a:xfrm>
            <a:off x="514350" y="6343650"/>
            <a:ext cx="5238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rmAutofit fontScale="97680"/>
          </a:bodyPr>
          <a:lstStyle/>
          <a:p>
            <a:pPr algn="l">
              <a:lnSpc>
                <a:spcPct val="105000"/>
              </a:lnSpc>
              <a:buNone/>
              <a:defRPr sz="975" b="0">
                <a:solidFill>
                  <a:srgbClr val="566072"/>
                </a:solidFill>
                <a:latin typeface="thmanyah sans"/>
                <a:ea typeface="thmanyah sans"/>
                <a:cs typeface="thmanyah sans"/>
              </a:defRPr>
            </a:pPr>
            <a:r>
              <a:rPr sz="975" b="0">
                <a:solidFill>
                  <a:srgbClr val="566072"/>
                </a:solidFill>
                <a:latin typeface="thmanyah sans"/>
                <a:ea typeface="thmanyah sans"/>
                <a:cs typeface="thmanyah sans"/>
              </a:rPr>
              <a:t>14</a:t>
            </a:r>
          </a:p>
        </p:txBody>
      </p:sp>
      <p:sp>
        <p:nvSpPr>
          <p:cNvPr id="4" name="">
            <a:extLst>
              <a:ext uri="{FF2B5EF4-FFF2-40B4-BE49-F238E27FC236}">
                <ns2:creationId id="{6CED814C-BE68-43B1-8EC8-520904018603}"/>
              </a:ext>
            </a:extLst>
          </p:cNvPr>
          <p:cNvSpPr>
            <a:spLocks noGrp="1"/>
          </p:cNvSpPr>
          <p:nvPr/>
        </p:nvSpPr>
        <p:spPr>
          <a:xfrm>
            <a:off x="8763000" y="6343650"/>
            <a:ext cx="2914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97680"/>
          </a:bodyPr>
          <a:lstStyle/>
          <a:p>
            <a:pPr algn="r" rtl="1">
              <a:lnSpc>
                <a:spcPct val="105000"/>
              </a:lnSpc>
              <a:buNone/>
              <a:defRPr sz="975" b="0" lang="ar-SA">
                <a:solidFill>
                  <a:srgbClr val="566072"/>
                </a:solidFill>
                <a:latin typeface="thmanyah sans"/>
                <a:ea typeface="thmanyah sans"/>
                <a:cs typeface="thmanyah sans"/>
              </a:defRPr>
            </a:pPr>
            <a:r>
              <a:rPr sz="975" b="0" lang="ar-SA">
                <a:solidFill>
                  <a:srgbClr val="566072"/>
                </a:solidFill>
                <a:latin typeface="thmanyah sans"/>
                <a:ea typeface="thmanyah sans"/>
                <a:cs typeface="thmanyah sans"/>
              </a:rPr>
              <a:t>دليل الهوية البصرية لجداول</a:t>
            </a:r>
          </a:p>
        </p:txBody>
      </p:sp>
      <p:sp>
        <p:nvSpPr>
          <p:cNvPr id="5" name="">
            <a:extLst>
              <a:ext uri="{FF2B5EF4-FFF2-40B4-BE49-F238E27FC236}">
                <ns2:creationId id="{54583668-CDDF-4041-A493-6F9CA28C2247}"/>
              </a:ext>
            </a:extLst>
          </p:cNvPr>
          <p:cNvSpPr>
            <a:spLocks noGrp="1"/>
          </p:cNvSpPr>
          <p:nvPr/>
        </p:nvSpPr>
        <p:spPr>
          <a:xfrm>
            <a:off x="742950" y="1866900"/>
            <a:ext cx="6686550" cy="1943100"/>
          </a:xfrm>
          <a:prstGeom prst="roundRect">
            <a:avLst>
              <a:gd name="adj" fmla="val 8824"/>
            </a:avLst>
          </a:prstGeom>
          <a:solidFill>
            <a:srgbClr val="F6F7FB"/>
          </a:solidFill>
          <a:ln w="0">
            <a:noFill/>
          </a:ln>
        </p:spPr>
      </p:sp>
      <p:sp>
        <p:nvSpPr>
          <p:cNvPr id="6" name="">
            <a:extLst>
              <a:ext uri="{FF2B5EF4-FFF2-40B4-BE49-F238E27FC236}">
                <ns2:creationId id="{FD235BDE-F88F-4041-8F3A-E332A4183130}"/>
              </a:ext>
            </a:extLst>
          </p:cNvPr>
          <p:cNvSpPr>
            <a:spLocks noGrp="1"/>
          </p:cNvSpPr>
          <p:nvPr/>
        </p:nvSpPr>
        <p:spPr>
          <a:xfrm>
            <a:off x="7429500" y="1866900"/>
            <a:ext cx="2476500" cy="1943100"/>
          </a:xfrm>
          <a:prstGeom prst="rect">
            <a:avLst/>
          </a:prstGeom>
          <a:solidFill>
            <a:srgbClr val="0B0F19"/>
          </a:solidFill>
          <a:ln w="0">
            <a:noFill/>
          </a:ln>
        </p:spPr>
      </p:sp>
      <p:sp>
        <p:nvSpPr>
          <p:cNvPr id="7" name="">
            <a:extLst>
              <a:ext uri="{FF2B5EF4-FFF2-40B4-BE49-F238E27FC236}">
                <ns2:creationId id="{74692EEE-451F-4794-8795-2A1F0172F053}"/>
              </a:ext>
            </a:extLst>
          </p:cNvPr>
          <p:cNvSpPr>
            <a:spLocks noGrp="1"/>
          </p:cNvSpPr>
          <p:nvPr/>
        </p:nvSpPr>
        <p:spPr>
          <a:xfrm>
            <a:off x="9906000" y="1866900"/>
            <a:ext cx="1543050" cy="1943100"/>
          </a:xfrm>
          <a:prstGeom prst="roundRect">
            <a:avLst>
              <a:gd name="adj" fmla="val 11111"/>
            </a:avLst>
          </a:prstGeom>
          <a:solidFill>
            <a:srgbClr val="0059FC"/>
          </a:solidFill>
          <a:ln w="0">
            <a:noFill/>
          </a:ln>
        </p:spPr>
      </p:sp>
      <p:sp>
        <p:nvSpPr>
          <p:cNvPr id="8" name="">
            <a:extLst>
              <a:ext uri="{FF2B5EF4-FFF2-40B4-BE49-F238E27FC236}">
                <ns2:creationId id="{85C4259C-F4D4-40DE-B712-201E7A2034A9}"/>
              </a:ext>
            </a:extLst>
          </p:cNvPr>
          <p:cNvSpPr>
            <a:spLocks noGrp="1"/>
          </p:cNvSpPr>
          <p:nvPr/>
        </p:nvSpPr>
        <p:spPr>
          <a:xfrm>
            <a:off x="2343150" y="2343150"/>
            <a:ext cx="2286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rmAutofit fontScale="100000"/>
          </a:bodyPr>
          <a:lstStyle/>
          <a:p>
            <a:pPr algn="ctr">
              <a:lnSpc>
                <a:spcPct val="105000"/>
              </a:lnSpc>
              <a:buNone/>
              <a:defRPr sz="3300" b="1">
                <a:solidFill>
                  <a:srgbClr val="0B0F19"/>
                </a:solidFill>
                <a:latin typeface="thmanyah sans"/>
                <a:ea typeface="thmanyah sans"/>
                <a:cs typeface="thmanyah sans"/>
              </a:defRPr>
            </a:pPr>
            <a:r>
              <a:rPr sz="3300" b="1">
                <a:solidFill>
                  <a:srgbClr val="0B0F19"/>
                </a:solidFill>
                <a:latin typeface="thmanyah sans"/>
                <a:ea typeface="thmanyah sans"/>
                <a:cs typeface="thmanyah sans"/>
              </a:rPr>
              <a:t>60%</a:t>
            </a:r>
          </a:p>
        </p:txBody>
      </p:sp>
      <p:sp>
        <p:nvSpPr>
          <p:cNvPr id="9" name="">
            <a:extLst>
              <a:ext uri="{FF2B5EF4-FFF2-40B4-BE49-F238E27FC236}">
                <ns2:creationId id="{0A359401-33C5-4CCE-BA48-10B924CCAAFD}"/>
              </a:ext>
            </a:extLst>
          </p:cNvPr>
          <p:cNvSpPr>
            <a:spLocks noGrp="1"/>
          </p:cNvSpPr>
          <p:nvPr/>
        </p:nvSpPr>
        <p:spPr>
          <a:xfrm>
            <a:off x="7524750" y="2343150"/>
            <a:ext cx="2286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rmAutofit fontScale="100000"/>
          </a:bodyPr>
          <a:lstStyle/>
          <a:p>
            <a:pPr algn="ctr">
              <a:lnSpc>
                <a:spcPct val="105000"/>
              </a:lnSpc>
              <a:buNone/>
              <a:defRPr sz="3300" b="1">
                <a:solidFill>
                  <a:srgbClr val="FFFFFF"/>
                </a:solidFill>
                <a:latin typeface="thmanyah sans"/>
                <a:ea typeface="thmanyah sans"/>
                <a:cs typeface="thmanyah sans"/>
              </a:defRPr>
            </a:pPr>
            <a:r>
              <a:rPr sz="3300" b="1">
                <a:solidFill>
                  <a:srgbClr val="FFFFFF"/>
                </a:solidFill>
                <a:latin typeface="thmanyah sans"/>
                <a:ea typeface="thmanyah sans"/>
                <a:cs typeface="thmanyah sans"/>
              </a:rPr>
              <a:t>25%</a:t>
            </a:r>
          </a:p>
        </p:txBody>
      </p:sp>
      <p:sp>
        <p:nvSpPr>
          <p:cNvPr id="10" name="">
            <a:extLst>
              <a:ext uri="{FF2B5EF4-FFF2-40B4-BE49-F238E27FC236}">
                <ns2:creationId id="{EB694126-E039-4027-A7CD-495548496013}"/>
              </a:ext>
            </a:extLst>
          </p:cNvPr>
          <p:cNvSpPr>
            <a:spLocks noGrp="1"/>
          </p:cNvSpPr>
          <p:nvPr/>
        </p:nvSpPr>
        <p:spPr>
          <a:xfrm>
            <a:off x="9525000" y="2343150"/>
            <a:ext cx="18097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rmAutofit fontScale="100000"/>
          </a:bodyPr>
          <a:lstStyle/>
          <a:p>
            <a:pPr algn="ctr">
              <a:lnSpc>
                <a:spcPct val="105000"/>
              </a:lnSpc>
              <a:buNone/>
              <a:defRPr sz="3000" b="1">
                <a:solidFill>
                  <a:srgbClr val="FFFFFF"/>
                </a:solidFill>
                <a:latin typeface="thmanyah sans"/>
                <a:ea typeface="thmanyah sans"/>
                <a:cs typeface="thmanyah sans"/>
              </a:defRPr>
            </a:pPr>
            <a:r>
              <a:rPr sz="3000" b="1">
                <a:solidFill>
                  <a:srgbClr val="FFFFFF"/>
                </a:solidFill>
                <a:latin typeface="thmanyah sans"/>
                <a:ea typeface="thmanyah sans"/>
                <a:cs typeface="thmanyah sans"/>
              </a:rPr>
              <a:t>15%</a:t>
            </a:r>
          </a:p>
        </p:txBody>
      </p:sp>
      <p:sp>
        <p:nvSpPr>
          <p:cNvPr id="11" name="">
            <a:extLst>
              <a:ext uri="{FF2B5EF4-FFF2-40B4-BE49-F238E27FC236}">
                <ns2:creationId id="{912FAFF6-E183-4A6A-A366-7D83994E28F3}"/>
              </a:ext>
            </a:extLst>
          </p:cNvPr>
          <p:cNvSpPr>
            <a:spLocks noGrp="1"/>
          </p:cNvSpPr>
          <p:nvPr/>
        </p:nvSpPr>
        <p:spPr>
          <a:xfrm>
            <a:off x="2343150" y="3048000"/>
            <a:ext cx="2286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ctr" rtl="1">
              <a:lnSpc>
                <a:spcPct val="105000"/>
              </a:lnSpc>
              <a:buNone/>
              <a:defRPr sz="1425" b="0" lang="ar-SA">
                <a:solidFill>
                  <a:srgbClr val="566072"/>
                </a:solidFill>
                <a:latin typeface="thmanyah sans"/>
                <a:ea typeface="thmanyah sans"/>
                <a:cs typeface="thmanyah sans"/>
              </a:defRPr>
            </a:pPr>
            <a:r>
              <a:rPr sz="1425" b="0" lang="ar-SA">
                <a:solidFill>
                  <a:srgbClr val="566072"/>
                </a:solidFill>
                <a:latin typeface="thmanyah sans"/>
                <a:ea typeface="thmanyah sans"/>
                <a:cs typeface="thmanyah sans"/>
              </a:rPr>
              <a:t>مساحات فاتحة</a:t>
            </a:r>
          </a:p>
        </p:txBody>
      </p:sp>
      <p:sp>
        <p:nvSpPr>
          <p:cNvPr id="12" name="">
            <a:extLst>
              <a:ext uri="{FF2B5EF4-FFF2-40B4-BE49-F238E27FC236}">
                <ns2:creationId id="{168AA309-F199-4FDA-A5C0-F309F279AF33}"/>
              </a:ext>
            </a:extLst>
          </p:cNvPr>
          <p:cNvSpPr>
            <a:spLocks noGrp="1"/>
          </p:cNvSpPr>
          <p:nvPr/>
        </p:nvSpPr>
        <p:spPr>
          <a:xfrm>
            <a:off x="7524750" y="3048000"/>
            <a:ext cx="2286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ctr" rtl="1">
              <a:lnSpc>
                <a:spcPct val="105000"/>
              </a:lnSpc>
              <a:buNone/>
              <a:defRPr sz="1425" b="0" lang="ar-SA">
                <a:solidFill>
                  <a:srgbClr val="FFFFFF"/>
                </a:solidFill>
                <a:latin typeface="thmanyah sans"/>
                <a:ea typeface="thmanyah sans"/>
                <a:cs typeface="thmanyah sans"/>
              </a:defRPr>
            </a:pPr>
            <a:r>
              <a:rPr sz="1425" b="0" lang="ar-SA">
                <a:solidFill>
                  <a:srgbClr val="FFFFFF"/>
                </a:solidFill>
                <a:latin typeface="thmanyah sans"/>
                <a:ea typeface="thmanyah sans"/>
                <a:cs typeface="thmanyah sans"/>
              </a:rPr>
              <a:t>حبر</a:t>
            </a:r>
          </a:p>
        </p:txBody>
      </p:sp>
      <p:sp>
        <p:nvSpPr>
          <p:cNvPr id="13" name="">
            <a:extLst>
              <a:ext uri="{FF2B5EF4-FFF2-40B4-BE49-F238E27FC236}">
                <ns2:creationId id="{F3ACF767-7D99-4A82-B638-1A813866CD3F}"/>
              </a:ext>
            </a:extLst>
          </p:cNvPr>
          <p:cNvSpPr>
            <a:spLocks noGrp="1"/>
          </p:cNvSpPr>
          <p:nvPr/>
        </p:nvSpPr>
        <p:spPr>
          <a:xfrm>
            <a:off x="9525000" y="3048000"/>
            <a:ext cx="1809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ctr" rtl="1">
              <a:lnSpc>
                <a:spcPct val="105000"/>
              </a:lnSpc>
              <a:buNone/>
              <a:defRPr sz="1350" b="0" lang="ar-SA">
                <a:solidFill>
                  <a:srgbClr val="FFFFFF"/>
                </a:solidFill>
                <a:latin typeface="thmanyah sans"/>
                <a:ea typeface="thmanyah sans"/>
                <a:cs typeface="thmanyah sans"/>
              </a:defRPr>
            </a:pPr>
            <a:r>
              <a:rPr sz="1350" b="0" lang="ar-SA">
                <a:solidFill>
                  <a:srgbClr val="FFFFFF"/>
                </a:solidFill>
                <a:latin typeface="thmanyah sans"/>
                <a:ea typeface="thmanyah sans"/>
                <a:cs typeface="thmanyah sans"/>
              </a:rPr>
              <a:t>إبراز</a:t>
            </a:r>
          </a:p>
        </p:txBody>
      </p:sp>
      <p:sp>
        <p:nvSpPr>
          <p:cNvPr id="14" name="">
            <a:extLst>
              <a:ext uri="{FF2B5EF4-FFF2-40B4-BE49-F238E27FC236}">
                <ns2:creationId id="{BD64F5BC-139A-4E69-B787-07CE59408A75}"/>
              </a:ext>
            </a:extLst>
          </p:cNvPr>
          <p:cNvSpPr>
            <a:spLocks noGrp="1"/>
          </p:cNvSpPr>
          <p:nvPr/>
        </p:nvSpPr>
        <p:spPr>
          <a:xfrm>
            <a:off x="3181350" y="4438650"/>
            <a:ext cx="7810500" cy="137160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38100" anchor="t" rtlCol="1">
            <a:normAutofit fontScale="100000"/>
          </a:bodyPr>
          <a:lstStyle/>
          <a:p>
            <a:pPr marL="279400" indent="-152400" algn="r" rtl="1">
              <a:lnSpc>
                <a:spcPct val="108000"/>
              </a:lnSpc>
              <a:spcAft>
                <a:spcPts val="500"/>
              </a:spcAft>
              <a:buNone/>
              <a:defRPr sz="1500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defRPr>
            </a:pPr>
            <a:r>
              <a:rPr sz="1500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rPr>
              <a:t>تزيد نسبة الأزرق في الحملات وصفحات التسويق.</a:t>
            </a:r>
          </a:p>
          <a:p>
            <a:pPr marL="279400" indent="-152400" algn="r" rtl="1">
              <a:lnSpc>
                <a:spcPct val="108000"/>
              </a:lnSpc>
              <a:spcAft>
                <a:spcPts val="500"/>
              </a:spcAft>
              <a:buNone/>
              <a:defRPr sz="1500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defRPr>
            </a:pPr>
            <a:r>
              <a:rPr sz="1500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rPr>
              <a:t>تنخفض داخل جداول البيانات حتى تبقى القراءة مريحة.</a:t>
            </a:r>
          </a:p>
          <a:p>
            <a:pPr marL="279400" indent="-152400" algn="r" rtl="1">
              <a:lnSpc>
                <a:spcPct val="108000"/>
              </a:lnSpc>
              <a:spcAft>
                <a:spcPts val="500"/>
              </a:spcAft>
              <a:buNone/>
              <a:defRPr sz="1500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defRPr>
            </a:pPr>
            <a:r>
              <a:rPr sz="1500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rPr>
              <a:t>يظهر الحبر في الاسم العربي والعناوين والمعلومات ذات الأولوية.</a:t>
            </a:r>
          </a:p>
        </p:txBody>
      </p:sp>
    </p:spTree>
    <p:extLst>
      <p:ext uri="{BB962C8B-B14F-4D97-AF65-F5344CB8AC3E}">
        <p14:creationId val="1243010591"/>
      </p:ext>
    </p:extLst>
  </p:cSld>
</p:sld>
</file>

<file path=ppt/slides/slide15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" name="">
            <a:extLst>
              <a:ext uri="{FF2B5EF4-FFF2-40B4-BE49-F238E27FC236}">
                <ns2:creationId id="{C59604DA-C00D-474C-89AE-A201EFBF4456}"/>
              </a:ext>
            </a:extLst>
          </p:cNvPr>
          <p:cNvSpPr>
            <a:spLocks noGrp="1"/>
          </p:cNvSpPr>
          <p:nvPr/>
        </p:nvSpPr>
        <p:spPr>
          <a:xfrm>
            <a:off x="6286500" y="400050"/>
            <a:ext cx="53911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r" rtl="1">
              <a:lnSpc>
                <a:spcPct val="105000"/>
              </a:lnSpc>
              <a:buNone/>
              <a:defRPr sz="2625" b="1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defRPr>
            </a:pPr>
            <a:r>
              <a:rPr sz="2625" b="1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rPr>
              <a:t>النظام الطباعي</a:t>
            </a:r>
          </a:p>
        </p:txBody>
      </p:sp>
      <p:sp>
        <p:nvSpPr>
          <p:cNvPr id="2" name="">
            <a:extLst>
              <a:ext uri="{FF2B5EF4-FFF2-40B4-BE49-F238E27FC236}">
                <ns2:creationId id="{C6024F20-6472-4E68-86C1-49A2FF156796}"/>
              </a:ext>
            </a:extLst>
          </p:cNvPr>
          <p:cNvSpPr>
            <a:spLocks noGrp="1"/>
          </p:cNvSpPr>
          <p:nvPr/>
        </p:nvSpPr>
        <p:spPr>
          <a:xfrm>
            <a:off x="514350" y="1143000"/>
            <a:ext cx="11163300" cy="0"/>
          </a:xfrm>
          <a:prstGeom prst="line">
            <a:avLst/>
          </a:prstGeom>
          <a:noFill/>
          <a:ln w="9525">
            <a:solidFill>
              <a:srgbClr val="D9DEE8"/>
            </a:solidFill>
            <a:prstDash val="solid"/>
          </a:ln>
        </p:spPr>
      </p:sp>
      <p:sp>
        <p:nvSpPr>
          <p:cNvPr id="3" name="">
            <a:extLst>
              <a:ext uri="{FF2B5EF4-FFF2-40B4-BE49-F238E27FC236}">
                <ns2:creationId id="{9ED85BFB-D36A-48E7-9D1E-F49B1F4C10F8}"/>
              </a:ext>
            </a:extLst>
          </p:cNvPr>
          <p:cNvSpPr>
            <a:spLocks noGrp="1"/>
          </p:cNvSpPr>
          <p:nvPr/>
        </p:nvSpPr>
        <p:spPr>
          <a:xfrm>
            <a:off x="514350" y="6343650"/>
            <a:ext cx="5238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rmAutofit fontScale="97680"/>
          </a:bodyPr>
          <a:lstStyle/>
          <a:p>
            <a:pPr algn="l">
              <a:lnSpc>
                <a:spcPct val="105000"/>
              </a:lnSpc>
              <a:buNone/>
              <a:defRPr sz="975" b="0">
                <a:solidFill>
                  <a:srgbClr val="566072"/>
                </a:solidFill>
                <a:latin typeface="thmanyah sans"/>
                <a:ea typeface="thmanyah sans"/>
                <a:cs typeface="thmanyah sans"/>
              </a:defRPr>
            </a:pPr>
            <a:r>
              <a:rPr sz="975" b="0">
                <a:solidFill>
                  <a:srgbClr val="566072"/>
                </a:solidFill>
                <a:latin typeface="thmanyah sans"/>
                <a:ea typeface="thmanyah sans"/>
                <a:cs typeface="thmanyah sans"/>
              </a:rPr>
              <a:t>15</a:t>
            </a:r>
          </a:p>
        </p:txBody>
      </p:sp>
      <p:sp>
        <p:nvSpPr>
          <p:cNvPr id="4" name="">
            <a:extLst>
              <a:ext uri="{FF2B5EF4-FFF2-40B4-BE49-F238E27FC236}">
                <ns2:creationId id="{B6A89EBF-4B18-4B7E-A2D2-36722DAFE4EE}"/>
              </a:ext>
            </a:extLst>
          </p:cNvPr>
          <p:cNvSpPr>
            <a:spLocks noGrp="1"/>
          </p:cNvSpPr>
          <p:nvPr/>
        </p:nvSpPr>
        <p:spPr>
          <a:xfrm>
            <a:off x="8763000" y="6343650"/>
            <a:ext cx="2914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97680"/>
          </a:bodyPr>
          <a:lstStyle/>
          <a:p>
            <a:pPr algn="r" rtl="1">
              <a:lnSpc>
                <a:spcPct val="105000"/>
              </a:lnSpc>
              <a:buNone/>
              <a:defRPr sz="975" b="0" lang="ar-SA">
                <a:solidFill>
                  <a:srgbClr val="566072"/>
                </a:solidFill>
                <a:latin typeface="thmanyah sans"/>
                <a:ea typeface="thmanyah sans"/>
                <a:cs typeface="thmanyah sans"/>
              </a:defRPr>
            </a:pPr>
            <a:r>
              <a:rPr sz="975" b="0" lang="ar-SA">
                <a:solidFill>
                  <a:srgbClr val="566072"/>
                </a:solidFill>
                <a:latin typeface="thmanyah sans"/>
                <a:ea typeface="thmanyah sans"/>
                <a:cs typeface="thmanyah sans"/>
              </a:rPr>
              <a:t>دليل الهوية البصرية لجداول</a:t>
            </a:r>
          </a:p>
        </p:txBody>
      </p:sp>
      <p:sp>
        <p:nvSpPr>
          <p:cNvPr id="5" name="">
            <a:extLst>
              <a:ext uri="{FF2B5EF4-FFF2-40B4-BE49-F238E27FC236}">
                <ns2:creationId id="{721AEE24-E216-4CDF-AD96-4EE53C40B957}"/>
              </a:ext>
            </a:extLst>
          </p:cNvPr>
          <p:cNvSpPr>
            <a:spLocks noGrp="1"/>
          </p:cNvSpPr>
          <p:nvPr/>
        </p:nvSpPr>
        <p:spPr>
          <a:xfrm>
            <a:off x="6572250" y="1428750"/>
            <a:ext cx="51054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rmAutofit fontScale="100000"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0059FC"/>
                </a:solidFill>
                <a:latin typeface="thmanyah sans"/>
                <a:ea typeface="thmanyah sans"/>
                <a:cs typeface="thmanyah sans"/>
              </a:defRPr>
            </a:pPr>
            <a:r>
              <a:rPr sz="1350" b="1">
                <a:solidFill>
                  <a:srgbClr val="0059FC"/>
                </a:solidFill>
                <a:latin typeface="thmanyah sans"/>
                <a:ea typeface="thmanyah sans"/>
                <a:cs typeface="thmanyah sans"/>
              </a:rPr>
              <a:t>Thmanyah Sans Black</a:t>
            </a:r>
          </a:p>
        </p:txBody>
      </p:sp>
      <p:sp>
        <p:nvSpPr>
          <p:cNvPr id="6" name="">
            <a:extLst>
              <a:ext uri="{FF2B5EF4-FFF2-40B4-BE49-F238E27FC236}">
                <ns2:creationId id="{DB93DB85-D9AD-4FE2-9EA0-F43161B2E19E}"/>
              </a:ext>
            </a:extLst>
          </p:cNvPr>
          <p:cNvSpPr>
            <a:spLocks noGrp="1"/>
          </p:cNvSpPr>
          <p:nvPr/>
        </p:nvSpPr>
        <p:spPr>
          <a:xfrm>
            <a:off x="4324350" y="1809750"/>
            <a:ext cx="7353300" cy="8191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r" rtl="1">
              <a:lnSpc>
                <a:spcPct val="105000"/>
              </a:lnSpc>
              <a:buNone/>
              <a:defRPr sz="3300" b="1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defRPr>
            </a:pPr>
            <a:r>
              <a:rPr sz="3300" b="1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rPr>
              <a:t>من البيانات تُبنى الإمكانات</a:t>
            </a:r>
          </a:p>
        </p:txBody>
      </p:sp>
      <p:sp>
        <p:nvSpPr>
          <p:cNvPr id="7" name="">
            <a:extLst>
              <a:ext uri="{FF2B5EF4-FFF2-40B4-BE49-F238E27FC236}">
                <ns2:creationId id="{B6B730D6-7CEB-4585-BD22-1AAD54187F3A}"/>
              </a:ext>
            </a:extLst>
          </p:cNvPr>
          <p:cNvSpPr>
            <a:spLocks noGrp="1"/>
          </p:cNvSpPr>
          <p:nvPr/>
        </p:nvSpPr>
        <p:spPr>
          <a:xfrm>
            <a:off x="6572250" y="2895600"/>
            <a:ext cx="51054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rmAutofit fontScale="100000"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0059FC"/>
                </a:solidFill>
                <a:latin typeface="thmanyah sans"/>
                <a:ea typeface="thmanyah sans"/>
                <a:cs typeface="thmanyah sans"/>
              </a:defRPr>
            </a:pPr>
            <a:r>
              <a:rPr sz="1350" b="1">
                <a:solidFill>
                  <a:srgbClr val="0059FC"/>
                </a:solidFill>
                <a:latin typeface="thmanyah sans"/>
                <a:ea typeface="thmanyah sans"/>
                <a:cs typeface="thmanyah sans"/>
              </a:rPr>
              <a:t>Thmanyah Sans Bold</a:t>
            </a:r>
          </a:p>
        </p:txBody>
      </p:sp>
      <p:sp>
        <p:nvSpPr>
          <p:cNvPr id="8" name="">
            <a:extLst>
              <a:ext uri="{FF2B5EF4-FFF2-40B4-BE49-F238E27FC236}">
                <ns2:creationId id="{601CBD5C-B230-46D9-AE69-4886A498E8D1}"/>
              </a:ext>
            </a:extLst>
          </p:cNvPr>
          <p:cNvSpPr>
            <a:spLocks noGrp="1"/>
          </p:cNvSpPr>
          <p:nvPr/>
        </p:nvSpPr>
        <p:spPr>
          <a:xfrm>
            <a:off x="4324350" y="3276600"/>
            <a:ext cx="73533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r" rtl="1">
              <a:lnSpc>
                <a:spcPct val="105000"/>
              </a:lnSpc>
              <a:buNone/>
              <a:defRPr sz="2325" b="1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defRPr>
            </a:pPr>
            <a:r>
              <a:rPr sz="2325" b="1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rPr>
              <a:t>منصة عربية لبناء أنظمة العمل</a:t>
            </a:r>
          </a:p>
        </p:txBody>
      </p:sp>
      <p:sp>
        <p:nvSpPr>
          <p:cNvPr id="9" name="">
            <a:extLst>
              <a:ext uri="{FF2B5EF4-FFF2-40B4-BE49-F238E27FC236}">
                <ns2:creationId id="{6DD4A7D7-CE5C-4D05-A25B-937552F7FE80}"/>
              </a:ext>
            </a:extLst>
          </p:cNvPr>
          <p:cNvSpPr>
            <a:spLocks noGrp="1"/>
          </p:cNvSpPr>
          <p:nvPr/>
        </p:nvSpPr>
        <p:spPr>
          <a:xfrm>
            <a:off x="6572250" y="4171950"/>
            <a:ext cx="51054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rmAutofit fontScale="100000"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0059FC"/>
                </a:solidFill>
                <a:latin typeface="thmanyah sans"/>
                <a:ea typeface="thmanyah sans"/>
                <a:cs typeface="thmanyah sans"/>
              </a:defRPr>
            </a:pPr>
            <a:r>
              <a:rPr sz="1350" b="1">
                <a:solidFill>
                  <a:srgbClr val="0059FC"/>
                </a:solidFill>
                <a:latin typeface="thmanyah sans"/>
                <a:ea typeface="thmanyah sans"/>
                <a:cs typeface="thmanyah sans"/>
              </a:rPr>
              <a:t>Thmanyah Sans Regular</a:t>
            </a:r>
          </a:p>
        </p:txBody>
      </p:sp>
      <p:sp>
        <p:nvSpPr>
          <p:cNvPr id="10" name="">
            <a:extLst>
              <a:ext uri="{FF2B5EF4-FFF2-40B4-BE49-F238E27FC236}">
                <ns2:creationId id="{3CFE7F63-ACF0-49A9-BCBB-A57E3A028DFA}"/>
              </a:ext>
            </a:extLst>
          </p:cNvPr>
          <p:cNvSpPr>
            <a:spLocks noGrp="1"/>
          </p:cNvSpPr>
          <p:nvPr/>
        </p:nvSpPr>
        <p:spPr>
          <a:xfrm>
            <a:off x="4324350" y="4552950"/>
            <a:ext cx="73533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r" rtl="1">
              <a:lnSpc>
                <a:spcPct val="105000"/>
              </a:lnSpc>
              <a:buNone/>
              <a:defRPr sz="1725" b="0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defRPr>
            </a:pPr>
            <a:r>
              <a:rPr sz="1725" b="0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rPr>
              <a:t>ينظم الفريق بياناته ويحوّلها إلى نماذج وعمليات قابلة للتطوير.</a:t>
            </a:r>
          </a:p>
        </p:txBody>
      </p:sp>
      <p:sp>
        <p:nvSpPr>
          <p:cNvPr id="11" name="">
            <a:extLst>
              <a:ext uri="{FF2B5EF4-FFF2-40B4-BE49-F238E27FC236}">
                <ns2:creationId id="{55D78A12-6E72-4EF9-B197-43A47A91CA66}"/>
              </a:ext>
            </a:extLst>
          </p:cNvPr>
          <p:cNvSpPr>
            <a:spLocks noGrp="1"/>
          </p:cNvSpPr>
          <p:nvPr/>
        </p:nvSpPr>
        <p:spPr>
          <a:xfrm>
            <a:off x="514350" y="1447800"/>
            <a:ext cx="3067050" cy="4000500"/>
          </a:xfrm>
          <a:prstGeom prst="roundRect">
            <a:avLst>
              <a:gd name="adj" fmla="val 7453"/>
            </a:avLst>
          </a:prstGeom>
          <a:solidFill>
            <a:srgbClr val="0B0F19"/>
          </a:solidFill>
          <a:ln w="0">
            <a:noFill/>
          </a:ln>
        </p:spPr>
      </p:sp>
      <p:sp>
        <p:nvSpPr>
          <p:cNvPr id="12" name="">
            <a:extLst>
              <a:ext uri="{FF2B5EF4-FFF2-40B4-BE49-F238E27FC236}">
                <ns2:creationId id="{B9951CAB-EABA-4977-BF8F-3F5A3CC0AABA}"/>
              </a:ext>
            </a:extLst>
          </p:cNvPr>
          <p:cNvSpPr>
            <a:spLocks noGrp="1"/>
          </p:cNvSpPr>
          <p:nvPr/>
        </p:nvSpPr>
        <p:spPr>
          <a:xfrm>
            <a:off x="857250" y="2076450"/>
            <a:ext cx="2381250" cy="24193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ctr" rtl="1">
              <a:lnSpc>
                <a:spcPct val="105000"/>
              </a:lnSpc>
              <a:buNone/>
              <a:defRPr sz="2850" b="1" lang="ar-SA">
                <a:solidFill>
                  <a:srgbClr val="FFFFFF"/>
                </a:solidFill>
                <a:latin typeface="thmanyah sans"/>
                <a:ea typeface="thmanyah sans"/>
                <a:cs typeface="thmanyah sans"/>
              </a:defRPr>
            </a:pPr>
            <a:r>
              <a:rPr sz="2850" b="1" lang="ar-SA">
                <a:solidFill>
                  <a:srgbClr val="FFFFFF"/>
                </a:solidFill>
                <a:latin typeface="thmanyah sans"/>
                <a:ea typeface="thmanyah sans"/>
                <a:cs typeface="thmanyah sans"/>
              </a:rPr>
              <a:t>أبجد هوز</a:t>
            </a:r>
          </a:p>
          <a:p>
            <a:pPr algn="ctr">
              <a:lnSpc>
                <a:spcPct val="105000"/>
              </a:lnSpc>
              <a:buNone/>
              <a:defRPr sz="2850" b="1">
                <a:solidFill>
                  <a:srgbClr val="FFFFFF"/>
                </a:solidFill>
                <a:latin typeface="thmanyah sans"/>
                <a:ea typeface="thmanyah sans"/>
                <a:cs typeface="thmanyah sans"/>
              </a:defRPr>
            </a:pPr>
            <a:r>
              <a:rPr sz="2850" b="1">
                <a:solidFill>
                  <a:srgbClr val="FFFFFF"/>
                </a:solidFill>
                <a:latin typeface="thmanyah sans"/>
                <a:ea typeface="thmanyah sans"/>
                <a:cs typeface="thmanyah sans"/>
              </a:rPr>
              <a:t>0123456789</a:t>
            </a:r>
          </a:p>
          <a:p>
            <a:pPr algn="ctr">
              <a:lnSpc>
                <a:spcPct val="105000"/>
              </a:lnSpc>
              <a:buNone/>
              <a:defRPr sz="2850" b="1">
                <a:solidFill>
                  <a:srgbClr val="FFFFFF"/>
                </a:solidFill>
                <a:latin typeface="thmanyah sans"/>
                <a:ea typeface="thmanyah sans"/>
                <a:cs typeface="thmanyah sans"/>
              </a:defRPr>
            </a:pPr>
            <a:r>
              <a:rPr sz="2850" b="1">
                <a:solidFill>
                  <a:srgbClr val="FFFFFF"/>
                </a:solidFill>
                <a:latin typeface="thmanyah sans"/>
                <a:ea typeface="thmanyah sans"/>
                <a:cs typeface="thmanyah sans"/>
              </a:rPr>
              <a:t>ABC abc</a:t>
            </a:r>
          </a:p>
        </p:txBody>
      </p:sp>
      <p:sp>
        <p:nvSpPr>
          <p:cNvPr id="13" name="">
            <a:extLst>
              <a:ext uri="{FF2B5EF4-FFF2-40B4-BE49-F238E27FC236}">
                <ns2:creationId id="{F5387300-D697-4183-9D41-D65F3FD8550C}"/>
              </a:ext>
            </a:extLst>
          </p:cNvPr>
          <p:cNvSpPr>
            <a:spLocks noGrp="1"/>
          </p:cNvSpPr>
          <p:nvPr/>
        </p:nvSpPr>
        <p:spPr>
          <a:xfrm>
            <a:off x="838200" y="4648200"/>
            <a:ext cx="241935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99595"/>
          </a:bodyPr>
          <a:lstStyle/>
          <a:p>
            <a:pPr algn="ctr" rtl="1">
              <a:lnSpc>
                <a:spcPct val="105000"/>
              </a:lnSpc>
              <a:buNone/>
              <a:defRPr sz="1275" b="0" lang="ar-SA">
                <a:solidFill>
                  <a:srgbClr val="FFFFFF">
                    <a:alpha val="78824"/>
                  </a:srgbClr>
                </a:solidFill>
                <a:latin typeface="thmanyah sans"/>
                <a:ea typeface="thmanyah sans"/>
                <a:cs typeface="thmanyah sans"/>
              </a:defRPr>
            </a:pPr>
            <a:r>
              <a:rPr sz="1275" b="0" lang="ar-SA">
                <a:solidFill>
                  <a:srgbClr val="FFFFFF">
                    <a:alpha val="78824"/>
                  </a:srgbClr>
                </a:solidFill>
                <a:latin typeface="thmanyah sans"/>
                <a:ea typeface="thmanyah sans"/>
                <a:cs typeface="thmanyah sans"/>
              </a:rPr>
              <a:t>العناوين Black أو Bold</a:t>
            </a:r>
          </a:p>
          <a:p>
            <a:pPr algn="ctr" rtl="1">
              <a:lnSpc>
                <a:spcPct val="105000"/>
              </a:lnSpc>
              <a:buNone/>
              <a:defRPr sz="1275" b="0" lang="ar-SA">
                <a:solidFill>
                  <a:srgbClr val="FFFFFF">
                    <a:alpha val="78824"/>
                  </a:srgbClr>
                </a:solidFill>
                <a:latin typeface="thmanyah sans"/>
                <a:ea typeface="thmanyah sans"/>
                <a:cs typeface="thmanyah sans"/>
              </a:defRPr>
            </a:pPr>
            <a:r>
              <a:rPr sz="1275" b="0" lang="ar-SA">
                <a:solidFill>
                  <a:srgbClr val="FFFFFF">
                    <a:alpha val="78824"/>
                  </a:srgbClr>
                </a:solidFill>
                <a:latin typeface="thmanyah sans"/>
                <a:ea typeface="thmanyah sans"/>
                <a:cs typeface="thmanyah sans"/>
              </a:rPr>
              <a:t>النصوص Regular</a:t>
            </a:r>
          </a:p>
          <a:p>
            <a:pPr algn="ctr" rtl="1">
              <a:lnSpc>
                <a:spcPct val="105000"/>
              </a:lnSpc>
              <a:buNone/>
              <a:defRPr sz="1275" b="0" lang="ar-SA">
                <a:solidFill>
                  <a:srgbClr val="FFFFFF">
                    <a:alpha val="78824"/>
                  </a:srgbClr>
                </a:solidFill>
                <a:latin typeface="thmanyah sans"/>
                <a:ea typeface="thmanyah sans"/>
                <a:cs typeface="thmanyah sans"/>
              </a:defRPr>
            </a:pPr>
            <a:r>
              <a:rPr sz="1275" b="0" lang="ar-SA">
                <a:solidFill>
                  <a:srgbClr val="FFFFFF">
                    <a:alpha val="78824"/>
                  </a:srgbClr>
                </a:solidFill>
                <a:latin typeface="thmanyah sans"/>
                <a:ea typeface="thmanyah sans"/>
                <a:cs typeface="thmanyah sans"/>
              </a:rPr>
              <a:t>التسميات Medium</a:t>
            </a:r>
          </a:p>
        </p:txBody>
      </p:sp>
    </p:spTree>
    <p:extLst>
      <p:ext uri="{BB962C8B-B14F-4D97-AF65-F5344CB8AC3E}">
        <p14:creationId val="971552952"/>
      </p:ext>
    </p:extLst>
  </p:cSld>
</p:sld>
</file>

<file path=ppt/slides/slide16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5" name="">
            <a:extLst>
              <a:ext uri="{FF2B5EF4-FFF2-40B4-BE49-F238E27FC236}">
                <ns2:creationId id="{2C16C6F7-BD4E-4379-8D74-0D82FC1B9C91}"/>
              </a:ext>
            </a:extLst>
          </p:cNvPr>
          <p:cNvSpPr>
            <a:spLocks noGrp="1"/>
          </p:cNvSpPr>
          <p:nvPr/>
        </p:nvSpPr>
        <p:spPr>
          <a:xfrm>
            <a:off x="6286500" y="400050"/>
            <a:ext cx="53911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r" rtl="1">
              <a:lnSpc>
                <a:spcPct val="105000"/>
              </a:lnSpc>
              <a:buNone/>
              <a:defRPr sz="2625" b="1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defRPr>
            </a:pPr>
            <a:r>
              <a:rPr sz="2625" b="1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rPr>
              <a:t>العربية والإنجليزية</a:t>
            </a:r>
          </a:p>
        </p:txBody>
      </p:sp>
      <p:sp>
        <p:nvSpPr>
          <p:cNvPr id="2" name="">
            <a:extLst>
              <a:ext uri="{FF2B5EF4-FFF2-40B4-BE49-F238E27FC236}">
                <ns2:creationId id="{9276EA0E-2339-4B90-A7CF-785E42A288B4}"/>
              </a:ext>
            </a:extLst>
          </p:cNvPr>
          <p:cNvSpPr>
            <a:spLocks noGrp="1"/>
          </p:cNvSpPr>
          <p:nvPr/>
        </p:nvSpPr>
        <p:spPr>
          <a:xfrm>
            <a:off x="514350" y="1143000"/>
            <a:ext cx="11163300" cy="0"/>
          </a:xfrm>
          <a:prstGeom prst="line">
            <a:avLst/>
          </a:prstGeom>
          <a:noFill/>
          <a:ln w="9525">
            <a:solidFill>
              <a:srgbClr val="D9DEE8"/>
            </a:solidFill>
            <a:prstDash val="solid"/>
          </a:ln>
        </p:spPr>
      </p:sp>
      <p:sp>
        <p:nvSpPr>
          <p:cNvPr id="3" name="">
            <a:extLst>
              <a:ext uri="{FF2B5EF4-FFF2-40B4-BE49-F238E27FC236}">
                <ns2:creationId id="{ABD97528-5138-4667-98DE-C3F5529703F4}"/>
              </a:ext>
            </a:extLst>
          </p:cNvPr>
          <p:cNvSpPr>
            <a:spLocks noGrp="1"/>
          </p:cNvSpPr>
          <p:nvPr/>
        </p:nvSpPr>
        <p:spPr>
          <a:xfrm>
            <a:off x="514350" y="6343650"/>
            <a:ext cx="5238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rmAutofit fontScale="97680"/>
          </a:bodyPr>
          <a:lstStyle/>
          <a:p>
            <a:pPr algn="l">
              <a:lnSpc>
                <a:spcPct val="105000"/>
              </a:lnSpc>
              <a:buNone/>
              <a:defRPr sz="975" b="0">
                <a:solidFill>
                  <a:srgbClr val="566072"/>
                </a:solidFill>
                <a:latin typeface="thmanyah sans"/>
                <a:ea typeface="thmanyah sans"/>
                <a:cs typeface="thmanyah sans"/>
              </a:defRPr>
            </a:pPr>
            <a:r>
              <a:rPr sz="975" b="0">
                <a:solidFill>
                  <a:srgbClr val="566072"/>
                </a:solidFill>
                <a:latin typeface="thmanyah sans"/>
                <a:ea typeface="thmanyah sans"/>
                <a:cs typeface="thmanyah sans"/>
              </a:rPr>
              <a:t>16</a:t>
            </a:r>
          </a:p>
        </p:txBody>
      </p:sp>
      <p:sp>
        <p:nvSpPr>
          <p:cNvPr id="4" name="">
            <a:extLst>
              <a:ext uri="{FF2B5EF4-FFF2-40B4-BE49-F238E27FC236}">
                <ns2:creationId id="{CC3E427C-257F-42A0-BA4D-DA08807CB7B2}"/>
              </a:ext>
            </a:extLst>
          </p:cNvPr>
          <p:cNvSpPr>
            <a:spLocks noGrp="1"/>
          </p:cNvSpPr>
          <p:nvPr/>
        </p:nvSpPr>
        <p:spPr>
          <a:xfrm>
            <a:off x="8763000" y="6343650"/>
            <a:ext cx="2914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97680"/>
          </a:bodyPr>
          <a:lstStyle/>
          <a:p>
            <a:pPr algn="r" rtl="1">
              <a:lnSpc>
                <a:spcPct val="105000"/>
              </a:lnSpc>
              <a:buNone/>
              <a:defRPr sz="975" b="0" lang="ar-SA">
                <a:solidFill>
                  <a:srgbClr val="566072"/>
                </a:solidFill>
                <a:latin typeface="thmanyah sans"/>
                <a:ea typeface="thmanyah sans"/>
                <a:cs typeface="thmanyah sans"/>
              </a:defRPr>
            </a:pPr>
            <a:r>
              <a:rPr sz="975" b="0" lang="ar-SA">
                <a:solidFill>
                  <a:srgbClr val="566072"/>
                </a:solidFill>
                <a:latin typeface="thmanyah sans"/>
                <a:ea typeface="thmanyah sans"/>
                <a:cs typeface="thmanyah sans"/>
              </a:rPr>
              <a:t>دليل الهوية البصرية لجداول</a:t>
            </a:r>
          </a:p>
        </p:txBody>
      </p:sp>
      <p:sp>
        <p:nvSpPr>
          <p:cNvPr id="5" name="">
            <a:extLst>
              <a:ext uri="{FF2B5EF4-FFF2-40B4-BE49-F238E27FC236}">
                <ns2:creationId id="{93A56E7E-C2B8-4A5E-9944-E002F095D64A}"/>
              </a:ext>
            </a:extLst>
          </p:cNvPr>
          <p:cNvSpPr>
            <a:spLocks noGrp="1"/>
          </p:cNvSpPr>
          <p:nvPr/>
        </p:nvSpPr>
        <p:spPr>
          <a:xfrm>
            <a:off x="514350" y="1524000"/>
            <a:ext cx="5314950" cy="4000500"/>
          </a:xfrm>
          <a:prstGeom prst="roundRect">
            <a:avLst>
              <a:gd name="adj" fmla="val 4762"/>
            </a:avLst>
          </a:prstGeom>
          <a:solidFill>
            <a:srgbClr val="F6F7FB"/>
          </a:solidFill>
          <a:ln w="0">
            <a:noFill/>
          </a:ln>
        </p:spPr>
      </p:sp>
      <p:sp>
        <p:nvSpPr>
          <p:cNvPr id="6" name="">
            <a:extLst>
              <a:ext uri="{FF2B5EF4-FFF2-40B4-BE49-F238E27FC236}">
                <ns2:creationId id="{DDF6A5D8-F760-413C-B095-5554CCCADC2C}"/>
              </a:ext>
            </a:extLst>
          </p:cNvPr>
          <p:cNvSpPr>
            <a:spLocks noGrp="1"/>
          </p:cNvSpPr>
          <p:nvPr/>
        </p:nvSpPr>
        <p:spPr>
          <a:xfrm>
            <a:off x="876300" y="1885950"/>
            <a:ext cx="45910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r" rtl="1">
              <a:lnSpc>
                <a:spcPct val="105000"/>
              </a:lnSpc>
              <a:buNone/>
              <a:defRPr sz="2175" b="1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defRPr>
            </a:pPr>
            <a:r>
              <a:rPr sz="2175" b="1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rPr>
              <a:t>العربية تقود التكوين</a:t>
            </a:r>
          </a:p>
        </p:txBody>
      </p:sp>
      <p:sp>
        <p:nvSpPr>
          <p:cNvPr id="7" name="">
            <a:extLst>
              <a:ext uri="{FF2B5EF4-FFF2-40B4-BE49-F238E27FC236}">
                <ns2:creationId id="{E79A52AC-1036-4570-908B-4D879772185B}"/>
              </a:ext>
            </a:extLst>
          </p:cNvPr>
          <p:cNvSpPr>
            <a:spLocks noGrp="1"/>
          </p:cNvSpPr>
          <p:nvPr/>
        </p:nvSpPr>
        <p:spPr>
          <a:xfrm>
            <a:off x="876300" y="2571750"/>
            <a:ext cx="459105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r" rtl="1">
              <a:lnSpc>
                <a:spcPct val="105000"/>
              </a:lnSpc>
              <a:buNone/>
              <a:defRPr sz="1575" b="0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defRPr>
            </a:pPr>
            <a:r>
              <a:rPr sz="1575" b="0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rPr>
              <a:t>نبدأ من اليمين، ونحافظ على سطر قصير ومسافة واضحة بين العنوان والنص.</a:t>
            </a:r>
          </a:p>
        </p:txBody>
      </p:sp>
      <p:sp>
        <p:nvSpPr>
          <p:cNvPr id="8" name="">
            <a:extLst>
              <a:ext uri="{FF2B5EF4-FFF2-40B4-BE49-F238E27FC236}">
                <ns2:creationId id="{5C5320F9-3EA5-4FEF-B9FD-53056590C1B4}"/>
              </a:ext>
            </a:extLst>
          </p:cNvPr>
          <p:cNvSpPr>
            <a:spLocks noGrp="1"/>
          </p:cNvSpPr>
          <p:nvPr/>
        </p:nvSpPr>
        <p:spPr>
          <a:xfrm>
            <a:off x="876300" y="3790950"/>
            <a:ext cx="45910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r" rtl="1">
              <a:lnSpc>
                <a:spcPct val="105000"/>
              </a:lnSpc>
              <a:buNone/>
              <a:defRPr sz="1350" b="0" lang="ar-SA">
                <a:solidFill>
                  <a:srgbClr val="566072"/>
                </a:solidFill>
                <a:latin typeface="thmanyah sans"/>
                <a:ea typeface="thmanyah sans"/>
                <a:cs typeface="thmanyah sans"/>
              </a:defRPr>
            </a:pPr>
            <a:r>
              <a:rPr sz="1350" b="0" lang="ar-SA">
                <a:solidFill>
                  <a:srgbClr val="566072"/>
                </a:solidFill>
                <a:latin typeface="thmanyah sans"/>
                <a:ea typeface="thmanyah sans"/>
                <a:cs typeface="thmanyah sans"/>
              </a:rPr>
              <a:t>آخر تحديث: العشرون من سبتمبر، عام ألفين وستة وعشرين</a:t>
            </a:r>
          </a:p>
        </p:txBody>
      </p:sp>
      <p:sp>
        <p:nvSpPr>
          <p:cNvPr id="9" name="">
            <a:extLst>
              <a:ext uri="{FF2B5EF4-FFF2-40B4-BE49-F238E27FC236}">
                <ns2:creationId id="{92790141-1B73-4CEA-AE0F-3E93E91B7C4C}"/>
              </a:ext>
            </a:extLst>
          </p:cNvPr>
          <p:cNvSpPr>
            <a:spLocks noGrp="1"/>
          </p:cNvSpPr>
          <p:nvPr/>
        </p:nvSpPr>
        <p:spPr>
          <a:xfrm>
            <a:off x="876300" y="4400550"/>
            <a:ext cx="45910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r" rtl="1">
              <a:lnSpc>
                <a:spcPct val="105000"/>
              </a:lnSpc>
              <a:buNone/>
              <a:defRPr sz="1350" b="0" lang="ar-SA">
                <a:solidFill>
                  <a:srgbClr val="566072"/>
                </a:solidFill>
                <a:latin typeface="thmanyah sans"/>
                <a:ea typeface="thmanyah sans"/>
                <a:cs typeface="thmanyah sans"/>
              </a:defRPr>
            </a:pPr>
            <a:r>
              <a:rPr sz="1350" b="0" lang="ar-SA">
                <a:solidFill>
                  <a:srgbClr val="566072"/>
                </a:solidFill>
                <a:latin typeface="thmanyah sans"/>
                <a:ea typeface="thmanyah sans"/>
                <a:cs typeface="thmanyah sans"/>
              </a:rPr>
              <a:t>تُكتب المصطلحات التقنية الإنجليزية بحروفها الأصلية.</a:t>
            </a:r>
          </a:p>
        </p:txBody>
      </p:sp>
      <p:sp>
        <p:nvSpPr>
          <p:cNvPr id="10" name="">
            <a:extLst>
              <a:ext uri="{FF2B5EF4-FFF2-40B4-BE49-F238E27FC236}">
                <ns2:creationId id="{4F8FE73A-C564-4E38-AA0C-63E15B48DE3A}"/>
              </a:ext>
            </a:extLst>
          </p:cNvPr>
          <p:cNvSpPr>
            <a:spLocks noGrp="1"/>
          </p:cNvSpPr>
          <p:nvPr/>
        </p:nvSpPr>
        <p:spPr>
          <a:xfrm>
            <a:off x="6362700" y="1524000"/>
            <a:ext cx="5314950" cy="4000500"/>
          </a:xfrm>
          <a:prstGeom prst="roundRect">
            <a:avLst>
              <a:gd name="adj" fmla="val 4762"/>
            </a:avLst>
          </a:prstGeom>
          <a:solidFill>
            <a:srgbClr val="0B0F19"/>
          </a:solidFill>
          <a:ln w="0">
            <a:noFill/>
          </a:ln>
        </p:spPr>
      </p:sp>
      <p:sp>
        <p:nvSpPr>
          <p:cNvPr id="11" name="">
            <a:extLst>
              <a:ext uri="{FF2B5EF4-FFF2-40B4-BE49-F238E27FC236}">
                <ns2:creationId id="{A09A972A-DA61-438A-8F8A-CE7AE3486ADA}"/>
              </a:ext>
            </a:extLst>
          </p:cNvPr>
          <p:cNvSpPr>
            <a:spLocks noGrp="1"/>
          </p:cNvSpPr>
          <p:nvPr/>
        </p:nvSpPr>
        <p:spPr>
          <a:xfrm>
            <a:off x="6705600" y="1885950"/>
            <a:ext cx="46291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rmAutofit fontScale="100000"/>
          </a:bodyPr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thmanyah sans"/>
                <a:ea typeface="thmanyah sans"/>
                <a:cs typeface="thmanyah sans"/>
              </a:defRPr>
            </a:pPr>
            <a:r>
              <a:rPr sz="2100" b="1">
                <a:solidFill>
                  <a:srgbClr val="FFFFFF"/>
                </a:solidFill>
                <a:latin typeface="thmanyah sans"/>
                <a:ea typeface="thmanyah sans"/>
                <a:cs typeface="thmanyah sans"/>
              </a:rPr>
              <a:t>English supports the system</a:t>
            </a:r>
          </a:p>
        </p:txBody>
      </p:sp>
      <p:sp>
        <p:nvSpPr>
          <p:cNvPr id="12" name="">
            <a:extLst>
              <a:ext uri="{FF2B5EF4-FFF2-40B4-BE49-F238E27FC236}">
                <ns2:creationId id="{65DB1621-99C5-4022-BF40-F32C3AB29B87}"/>
              </a:ext>
            </a:extLst>
          </p:cNvPr>
          <p:cNvSpPr>
            <a:spLocks noGrp="1"/>
          </p:cNvSpPr>
          <p:nvPr/>
        </p:nvSpPr>
        <p:spPr>
          <a:xfrm>
            <a:off x="6705600" y="2571750"/>
            <a:ext cx="4629150" cy="11620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rmAutofit fontScale="100000"/>
          </a:bodyPr>
          <a:lstStyle/>
          <a:p>
            <a:pPr algn="l">
              <a:lnSpc>
                <a:spcPct val="105000"/>
              </a:lnSpc>
              <a:buNone/>
              <a:defRPr sz="1500" b="0">
                <a:solidFill>
                  <a:srgbClr val="FFFFFF">
                    <a:alpha val="85098"/>
                  </a:srgbClr>
                </a:solidFill>
                <a:latin typeface="thmanyah sans"/>
                <a:ea typeface="thmanyah sans"/>
                <a:cs typeface="thmanyah sans"/>
              </a:defRPr>
            </a:pPr>
            <a:r>
              <a:rPr sz="1500" b="0">
                <a:solidFill>
                  <a:srgbClr val="FFFFFF">
                    <a:alpha val="85098"/>
                  </a:srgbClr>
                </a:solidFill>
                <a:latin typeface="thmanyah sans"/>
                <a:ea typeface="thmanyah sans"/>
                <a:cs typeface="thmanyah sans"/>
              </a:rPr>
              <a:t>Use clear sentence case, short lines and consistent spacing. Keep long English passages in separate left-to-right text boxes.</a:t>
            </a:r>
          </a:p>
        </p:txBody>
      </p:sp>
      <p:sp>
        <p:nvSpPr>
          <p:cNvPr id="13" name="">
            <a:extLst>
              <a:ext uri="{FF2B5EF4-FFF2-40B4-BE49-F238E27FC236}">
                <ns2:creationId id="{C29B3C16-A7EC-4BDA-AFE4-B1120CA0925A}"/>
              </a:ext>
            </a:extLst>
          </p:cNvPr>
          <p:cNvSpPr>
            <a:spLocks noGrp="1"/>
          </p:cNvSpPr>
          <p:nvPr/>
        </p:nvSpPr>
        <p:spPr>
          <a:xfrm>
            <a:off x="6705600" y="4000500"/>
            <a:ext cx="46291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rmAutofit fontScale="100000"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FFFFFF">
                    <a:alpha val="66667"/>
                  </a:srgbClr>
                </a:solidFill>
                <a:latin typeface="thmanyah sans"/>
                <a:ea typeface="thmanyah sans"/>
                <a:cs typeface="thmanyah sans"/>
              </a:defRPr>
            </a:pPr>
            <a:r>
              <a:rPr sz="1275" b="0">
                <a:solidFill>
                  <a:srgbClr val="FFFFFF">
                    <a:alpha val="66667"/>
                  </a:srgbClr>
                </a:solidFill>
                <a:latin typeface="thmanyah sans"/>
                <a:ea typeface="thmanyah sans"/>
                <a:cs typeface="thmanyah sans"/>
              </a:rPr>
              <a:t>Updated: 20 September 2026</a:t>
            </a:r>
          </a:p>
        </p:txBody>
      </p:sp>
      <p:sp>
        <p:nvSpPr>
          <p:cNvPr id="14" name="">
            <a:extLst>
              <a:ext uri="{FF2B5EF4-FFF2-40B4-BE49-F238E27FC236}">
                <ns2:creationId id="{4F33F0DB-1158-44FF-86EC-D098B3C302AF}"/>
              </a:ext>
            </a:extLst>
          </p:cNvPr>
          <p:cNvSpPr>
            <a:spLocks noGrp="1"/>
          </p:cNvSpPr>
          <p:nvPr/>
        </p:nvSpPr>
        <p:spPr>
          <a:xfrm>
            <a:off x="6705600" y="4610100"/>
            <a:ext cx="46291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rmAutofit fontScale="100000"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FFFFFF">
                    <a:alpha val="66667"/>
                  </a:srgbClr>
                </a:solidFill>
                <a:latin typeface="thmanyah sans"/>
                <a:ea typeface="thmanyah sans"/>
                <a:cs typeface="thmanyah sans"/>
              </a:defRPr>
            </a:pPr>
            <a:r>
              <a:rPr sz="1275" b="0">
                <a:solidFill>
                  <a:srgbClr val="FFFFFF">
                    <a:alpha val="66667"/>
                  </a:srgbClr>
                </a:solidFill>
                <a:latin typeface="thmanyah sans"/>
                <a:ea typeface="thmanyah sans"/>
                <a:cs typeface="thmanyah sans"/>
              </a:rPr>
              <a:t>Product terms remain consistent.</a:t>
            </a:r>
          </a:p>
        </p:txBody>
      </p:sp>
    </p:spTree>
    <p:extLst>
      <p:ext uri="{BB962C8B-B14F-4D97-AF65-F5344CB8AC3E}">
        <p14:creationId val="1513178632"/>
      </p:ext>
    </p:extLst>
  </p:cSld>
</p:sld>
</file>

<file path=ppt/slides/slide17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5" name="">
            <a:extLst>
              <a:ext uri="{FF2B5EF4-FFF2-40B4-BE49-F238E27FC236}">
                <ns2:creationId id="{1CA8B52F-8323-4A6D-9019-8C59F32BC994}"/>
              </a:ext>
            </a:extLst>
          </p:cNvPr>
          <p:cNvSpPr>
            <a:spLocks noGrp="1"/>
          </p:cNvSpPr>
          <p:nvPr/>
        </p:nvSpPr>
        <p:spPr>
          <a:xfrm>
            <a:off x="6286500" y="400050"/>
            <a:ext cx="53911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r" rtl="1">
              <a:lnSpc>
                <a:spcPct val="105000"/>
              </a:lnSpc>
              <a:buNone/>
              <a:defRPr sz="2625" b="1" lang="ar-SA">
                <a:solidFill>
                  <a:srgbClr val="FFFFFF"/>
                </a:solidFill>
                <a:latin typeface="thmanyah sans"/>
                <a:ea typeface="thmanyah sans"/>
                <a:cs typeface="thmanyah sans"/>
              </a:defRPr>
            </a:pPr>
            <a:r>
              <a:rPr sz="2625" b="1" lang="ar-SA">
                <a:solidFill>
                  <a:srgbClr val="FFFFFF"/>
                </a:solidFill>
                <a:latin typeface="thmanyah sans"/>
                <a:ea typeface="thmanyah sans"/>
                <a:cs typeface="thmanyah sans"/>
              </a:rPr>
              <a:t>العنصر البصري المساند</a:t>
            </a:r>
          </a:p>
        </p:txBody>
      </p:sp>
      <p:sp>
        <p:nvSpPr>
          <p:cNvPr id="2" name="">
            <a:extLst>
              <a:ext uri="{FF2B5EF4-FFF2-40B4-BE49-F238E27FC236}">
                <ns2:creationId id="{385157BE-46A3-4653-92B0-DA014CE3A81E}"/>
              </a:ext>
            </a:extLst>
          </p:cNvPr>
          <p:cNvSpPr>
            <a:spLocks noGrp="1"/>
          </p:cNvSpPr>
          <p:nvPr/>
        </p:nvSpPr>
        <p:spPr>
          <a:xfrm>
            <a:off x="514350" y="1143000"/>
            <a:ext cx="11163300" cy="0"/>
          </a:xfrm>
          <a:prstGeom prst="line">
            <a:avLst/>
          </a:prstGeom>
          <a:noFill/>
          <a:ln w="9525">
            <a:solidFill>
              <a:srgbClr val="FFFFFF">
                <a:alpha val="17647"/>
              </a:srgbClr>
            </a:solidFill>
            <a:prstDash val="solid"/>
          </a:ln>
        </p:spPr>
      </p:sp>
      <p:sp>
        <p:nvSpPr>
          <p:cNvPr id="3" name="">
            <a:extLst>
              <a:ext uri="{FF2B5EF4-FFF2-40B4-BE49-F238E27FC236}">
                <ns2:creationId id="{A14A9024-9383-4A26-B34A-41DF24DBE30E}"/>
              </a:ext>
            </a:extLst>
          </p:cNvPr>
          <p:cNvSpPr>
            <a:spLocks noGrp="1"/>
          </p:cNvSpPr>
          <p:nvPr/>
        </p:nvSpPr>
        <p:spPr>
          <a:xfrm>
            <a:off x="514350" y="6343650"/>
            <a:ext cx="5238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rmAutofit fontScale="97680"/>
          </a:bodyPr>
          <a:lstStyle/>
          <a:p>
            <a:pPr algn="l">
              <a:lnSpc>
                <a:spcPct val="105000"/>
              </a:lnSpc>
              <a:buNone/>
              <a:defRPr sz="975" b="0">
                <a:solidFill>
                  <a:srgbClr val="FFFFFF">
                    <a:alpha val="60000"/>
                  </a:srgbClr>
                </a:solidFill>
                <a:latin typeface="thmanyah sans"/>
                <a:ea typeface="thmanyah sans"/>
                <a:cs typeface="thmanyah sans"/>
              </a:defRPr>
            </a:pPr>
            <a:r>
              <a:rPr sz="975" b="0">
                <a:solidFill>
                  <a:srgbClr val="FFFFFF">
                    <a:alpha val="60000"/>
                  </a:srgbClr>
                </a:solidFill>
                <a:latin typeface="thmanyah sans"/>
                <a:ea typeface="thmanyah sans"/>
                <a:cs typeface="thmanyah sans"/>
              </a:rPr>
              <a:t>17</a:t>
            </a:r>
          </a:p>
        </p:txBody>
      </p:sp>
      <p:sp>
        <p:nvSpPr>
          <p:cNvPr id="4" name="">
            <a:extLst>
              <a:ext uri="{FF2B5EF4-FFF2-40B4-BE49-F238E27FC236}">
                <ns2:creationId id="{721A5B46-6F7A-44FD-87E1-DED69A5EB44E}"/>
              </a:ext>
            </a:extLst>
          </p:cNvPr>
          <p:cNvSpPr>
            <a:spLocks noGrp="1"/>
          </p:cNvSpPr>
          <p:nvPr/>
        </p:nvSpPr>
        <p:spPr>
          <a:xfrm>
            <a:off x="8763000" y="6343650"/>
            <a:ext cx="2914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97680"/>
          </a:bodyPr>
          <a:lstStyle/>
          <a:p>
            <a:pPr algn="r" rtl="1">
              <a:lnSpc>
                <a:spcPct val="105000"/>
              </a:lnSpc>
              <a:buNone/>
              <a:defRPr sz="975" b="0" lang="ar-SA">
                <a:solidFill>
                  <a:srgbClr val="FFFFFF">
                    <a:alpha val="60000"/>
                  </a:srgbClr>
                </a:solidFill>
                <a:latin typeface="thmanyah sans"/>
                <a:ea typeface="thmanyah sans"/>
                <a:cs typeface="thmanyah sans"/>
              </a:defRPr>
            </a:pPr>
            <a:r>
              <a:rPr sz="975" b="0" lang="ar-SA">
                <a:solidFill>
                  <a:srgbClr val="FFFFFF">
                    <a:alpha val="60000"/>
                  </a:srgbClr>
                </a:solidFill>
                <a:latin typeface="thmanyah sans"/>
                <a:ea typeface="thmanyah sans"/>
                <a:cs typeface="thmanyah sans"/>
              </a:rPr>
              <a:t>دليل الهوية البصرية لجداول</a:t>
            </a:r>
          </a:p>
        </p:txBody>
      </p:sp>
      <p:sp>
        <p:nvSpPr>
          <p:cNvPr id="5" name="">
            <a:extLst>
              <a:ext uri="{FF2B5EF4-FFF2-40B4-BE49-F238E27FC236}">
                <ns2:creationId id="{73E87BD3-0FA7-4467-9E88-832784F4850B}"/>
              </a:ext>
            </a:extLst>
          </p:cNvPr>
          <p:cNvSpPr>
            <a:spLocks noGrp="1"/>
          </p:cNvSpPr>
          <p:nvPr/>
        </p:nvSpPr>
        <p:spPr>
          <a:xfrm>
            <a:off x="876300" y="1733550"/>
            <a:ext cx="819150" cy="819150"/>
          </a:xfrm>
          <a:prstGeom prst="roundRect">
            <a:avLst>
              <a:gd name="adj" fmla="val 16000"/>
            </a:avLst>
          </a:prstGeom>
          <a:solidFill>
            <a:srgbClr val="0059FC"/>
          </a:solidFill>
          <a:ln w="0">
            <a:noFill/>
          </a:ln>
        </p:spPr>
      </p:sp>
      <p:sp>
        <p:nvSpPr>
          <p:cNvPr id="6" name="">
            <a:extLst>
              <a:ext uri="{FF2B5EF4-FFF2-40B4-BE49-F238E27FC236}">
                <ns2:creationId id="{3130E86C-AA86-427B-A08D-B39A0D786484}"/>
              </a:ext>
            </a:extLst>
          </p:cNvPr>
          <p:cNvSpPr>
            <a:spLocks noGrp="1"/>
          </p:cNvSpPr>
          <p:nvPr/>
        </p:nvSpPr>
        <p:spPr>
          <a:xfrm>
            <a:off x="876300" y="2647950"/>
            <a:ext cx="819150" cy="819150"/>
          </a:xfrm>
          <a:prstGeom prst="roundRect">
            <a:avLst>
              <a:gd name="adj" fmla="val 16000"/>
            </a:avLst>
          </a:prstGeom>
          <a:solidFill>
            <a:srgbClr val="0059FC"/>
          </a:solidFill>
          <a:ln w="0">
            <a:noFill/>
          </a:ln>
        </p:spPr>
      </p:sp>
      <p:sp>
        <p:nvSpPr>
          <p:cNvPr id="7" name="">
            <a:extLst>
              <a:ext uri="{FF2B5EF4-FFF2-40B4-BE49-F238E27FC236}">
                <ns2:creationId id="{CD461F1A-F34D-4CC3-AC90-8EC04FE10CD1}"/>
              </a:ext>
            </a:extLst>
          </p:cNvPr>
          <p:cNvSpPr>
            <a:spLocks noGrp="1"/>
          </p:cNvSpPr>
          <p:nvPr/>
        </p:nvSpPr>
        <p:spPr>
          <a:xfrm>
            <a:off x="1790700" y="2647950"/>
            <a:ext cx="819150" cy="819150"/>
          </a:xfrm>
          <a:prstGeom prst="roundRect">
            <a:avLst>
              <a:gd name="adj" fmla="val 16000"/>
            </a:avLst>
          </a:prstGeom>
          <a:solidFill>
            <a:srgbClr val="0059FC"/>
          </a:solidFill>
          <a:ln w="0">
            <a:noFill/>
          </a:ln>
        </p:spPr>
      </p:sp>
      <p:sp>
        <p:nvSpPr>
          <p:cNvPr id="8" name="">
            <a:extLst>
              <a:ext uri="{FF2B5EF4-FFF2-40B4-BE49-F238E27FC236}">
                <ns2:creationId id="{9EAF5413-368E-40B6-90AD-1852286B67EE}"/>
              </a:ext>
            </a:extLst>
          </p:cNvPr>
          <p:cNvSpPr>
            <a:spLocks noGrp="1"/>
          </p:cNvSpPr>
          <p:nvPr/>
        </p:nvSpPr>
        <p:spPr>
          <a:xfrm>
            <a:off x="876300" y="3562350"/>
            <a:ext cx="819150" cy="819150"/>
          </a:xfrm>
          <a:prstGeom prst="roundRect">
            <a:avLst>
              <a:gd name="adj" fmla="val 16000"/>
            </a:avLst>
          </a:prstGeom>
          <a:solidFill>
            <a:srgbClr val="0059FC"/>
          </a:solidFill>
          <a:ln w="0">
            <a:noFill/>
          </a:ln>
        </p:spPr>
      </p:sp>
      <p:sp>
        <p:nvSpPr>
          <p:cNvPr id="9" name="">
            <a:extLst>
              <a:ext uri="{FF2B5EF4-FFF2-40B4-BE49-F238E27FC236}">
                <ns2:creationId id="{41074081-64CB-4E84-A6AF-B6A76A8EE434}"/>
              </a:ext>
            </a:extLst>
          </p:cNvPr>
          <p:cNvSpPr>
            <a:spLocks noGrp="1"/>
          </p:cNvSpPr>
          <p:nvPr/>
        </p:nvSpPr>
        <p:spPr>
          <a:xfrm>
            <a:off x="1790700" y="3562350"/>
            <a:ext cx="819150" cy="819150"/>
          </a:xfrm>
          <a:prstGeom prst="roundRect">
            <a:avLst>
              <a:gd name="adj" fmla="val 16000"/>
            </a:avLst>
          </a:prstGeom>
          <a:solidFill>
            <a:srgbClr val="0059FC"/>
          </a:solidFill>
          <a:ln w="0">
            <a:noFill/>
          </a:ln>
        </p:spPr>
      </p:sp>
      <p:pic>
        <p:nvPicPr>
          <p:cNvPr id="24" name=""/>
          <p:cNvPicPr>
            <a:picLocks noChangeAspect="1"/>
          </p:cNvPicPr>
          <p:nvPr/>
        </p:nvPicPr>
        <p:blipFill>
          <a:blip r:embed="R0d9b3f4c2e454f4e"/>
          <a:stretch/>
        </p:blipFill>
        <p:spPr>
          <a:xfrm>
            <a:off x="3429000" y="3935913"/>
            <a:ext cx="895350" cy="834025"/>
          </a:xfrm>
          <a:prstGeom prst="rect">
            <a:avLst/>
          </a:prstGeom>
        </p:spPr>
      </p:pic>
      <p:sp>
        <p:nvSpPr>
          <p:cNvPr id="11" name="">
            <a:extLst>
              <a:ext uri="{FF2B5EF4-FFF2-40B4-BE49-F238E27FC236}">
                <ns2:creationId id="{8E3A09DA-0E5D-4B60-983C-C2AB07E94BEE}"/>
              </a:ext>
            </a:extLst>
          </p:cNvPr>
          <p:cNvSpPr>
            <a:spLocks noGrp="1"/>
          </p:cNvSpPr>
          <p:nvPr/>
        </p:nvSpPr>
        <p:spPr>
          <a:xfrm>
            <a:off x="6553200" y="1676400"/>
            <a:ext cx="51244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r" rtl="1">
              <a:lnSpc>
                <a:spcPct val="105000"/>
              </a:lnSpc>
              <a:buNone/>
              <a:defRPr sz="2025" b="1" lang="ar-SA">
                <a:solidFill>
                  <a:srgbClr val="FFFFFF"/>
                </a:solidFill>
                <a:latin typeface="thmanyah sans"/>
                <a:ea typeface="thmanyah sans"/>
                <a:cs typeface="thmanyah sans"/>
              </a:defRPr>
            </a:pPr>
            <a:r>
              <a:rPr sz="2025" b="1" lang="ar-SA">
                <a:solidFill>
                  <a:srgbClr val="FFFFFF"/>
                </a:solidFill>
                <a:latin typeface="thmanyah sans"/>
                <a:ea typeface="thmanyah sans"/>
                <a:cs typeface="thmanyah sans"/>
              </a:rPr>
              <a:t>وحدات الجدول</a:t>
            </a:r>
          </a:p>
        </p:txBody>
      </p:sp>
      <p:sp>
        <p:nvSpPr>
          <p:cNvPr id="12" name="">
            <a:extLst>
              <a:ext uri="{FF2B5EF4-FFF2-40B4-BE49-F238E27FC236}">
                <ns2:creationId id="{F8BBB24E-09A9-4AD5-A7A5-27F3BDC6C769}"/>
              </a:ext>
            </a:extLst>
          </p:cNvPr>
          <p:cNvSpPr>
            <a:spLocks noGrp="1"/>
          </p:cNvSpPr>
          <p:nvPr/>
        </p:nvSpPr>
        <p:spPr>
          <a:xfrm>
            <a:off x="6553200" y="2190750"/>
            <a:ext cx="512445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r" rtl="1">
              <a:lnSpc>
                <a:spcPct val="105000"/>
              </a:lnSpc>
              <a:buNone/>
              <a:defRPr sz="1500" b="0" lang="ar-SA">
                <a:solidFill>
                  <a:srgbClr val="FFFFFF">
                    <a:alpha val="78824"/>
                  </a:srgbClr>
                </a:solidFill>
                <a:latin typeface="thmanyah sans"/>
                <a:ea typeface="thmanyah sans"/>
                <a:cs typeface="thmanyah sans"/>
              </a:defRPr>
            </a:pPr>
            <a:r>
              <a:rPr sz="1500" b="0" lang="ar-SA">
                <a:solidFill>
                  <a:srgbClr val="FFFFFF">
                    <a:alpha val="78824"/>
                  </a:srgbClr>
                </a:solidFill>
                <a:latin typeface="thmanyah sans"/>
                <a:ea typeface="thmanyah sans"/>
                <a:cs typeface="thmanyah sans"/>
              </a:rPr>
              <a:t>تستخدم المربعات المفردة أو الشبكات المفتوحة لتنظيم المعلومات والمساحات. لا يعاد بناء رمز الشعار منفردًا بوصفه علامة بديلة.</a:t>
            </a:r>
          </a:p>
        </p:txBody>
      </p:sp>
      <p:sp>
        <p:nvSpPr>
          <p:cNvPr id="13" name="">
            <a:extLst>
              <a:ext uri="{FF2B5EF4-FFF2-40B4-BE49-F238E27FC236}">
                <ns2:creationId id="{44C07E8A-DA6F-4504-9376-091B70AFBD52}"/>
              </a:ext>
            </a:extLst>
          </p:cNvPr>
          <p:cNvSpPr>
            <a:spLocks noGrp="1"/>
          </p:cNvSpPr>
          <p:nvPr/>
        </p:nvSpPr>
        <p:spPr>
          <a:xfrm>
            <a:off x="6553200" y="3638550"/>
            <a:ext cx="51244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r" rtl="1">
              <a:lnSpc>
                <a:spcPct val="105000"/>
              </a:lnSpc>
              <a:buNone/>
              <a:defRPr sz="2025" b="1" lang="ar-SA">
                <a:solidFill>
                  <a:srgbClr val="FFFFFF"/>
                </a:solidFill>
                <a:latin typeface="thmanyah sans"/>
                <a:ea typeface="thmanyah sans"/>
                <a:cs typeface="thmanyah sans"/>
              </a:defRPr>
            </a:pPr>
            <a:r>
              <a:rPr sz="2025" b="1" lang="ar-SA">
                <a:solidFill>
                  <a:srgbClr val="FFFFFF"/>
                </a:solidFill>
                <a:latin typeface="thmanyah sans"/>
                <a:ea typeface="thmanyah sans"/>
                <a:cs typeface="thmanyah sans"/>
              </a:rPr>
              <a:t>النقطة الماسية</a:t>
            </a:r>
          </a:p>
        </p:txBody>
      </p:sp>
      <p:sp>
        <p:nvSpPr>
          <p:cNvPr id="14" name="">
            <a:extLst>
              <a:ext uri="{FF2B5EF4-FFF2-40B4-BE49-F238E27FC236}">
                <ns2:creationId id="{295DE5D5-29EB-4499-87C2-386A44CBB06E}"/>
              </a:ext>
            </a:extLst>
          </p:cNvPr>
          <p:cNvSpPr>
            <a:spLocks noGrp="1"/>
          </p:cNvSpPr>
          <p:nvPr/>
        </p:nvSpPr>
        <p:spPr>
          <a:xfrm>
            <a:off x="6553200" y="4152900"/>
            <a:ext cx="512445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r" rtl="1">
              <a:lnSpc>
                <a:spcPct val="105000"/>
              </a:lnSpc>
              <a:buNone/>
              <a:defRPr sz="1500" b="0" lang="ar-SA">
                <a:solidFill>
                  <a:srgbClr val="FFFFFF">
                    <a:alpha val="78824"/>
                  </a:srgbClr>
                </a:solidFill>
                <a:latin typeface="thmanyah sans"/>
                <a:ea typeface="thmanyah sans"/>
                <a:cs typeface="thmanyah sans"/>
              </a:defRPr>
            </a:pPr>
            <a:r>
              <a:rPr sz="1500" b="0" lang="ar-SA">
                <a:solidFill>
                  <a:srgbClr val="FFFFFF">
                    <a:alpha val="78824"/>
                  </a:srgbClr>
                </a:solidFill>
                <a:latin typeface="thmanyah sans"/>
                <a:ea typeface="thmanyah sans"/>
                <a:cs typeface="thmanyah sans"/>
              </a:rPr>
              <a:t>مستمدة من نقطة الجيم. تشير إلى قرار أو نقطة تركيز، ولا تستخدم منفردة بدل القفل المركب.</a:t>
            </a:r>
          </a:p>
        </p:txBody>
      </p:sp>
    </p:spTree>
    <p:extLst>
      <p:ext uri="{BB962C8B-B14F-4D97-AF65-F5344CB8AC3E}">
        <p14:creationId val="1700106619"/>
      </p:ext>
    </p:extLst>
  </p:cSld>
</p:sld>
</file>

<file path=ppt/slides/slide18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0" name="">
            <a:extLst>
              <a:ext uri="{FF2B5EF4-FFF2-40B4-BE49-F238E27FC236}">
                <ns2:creationId id="{78570BCD-C696-4978-BB4A-2530EC4F7265}"/>
              </a:ext>
            </a:extLst>
          </p:cNvPr>
          <p:cNvSpPr>
            <a:spLocks noGrp="1"/>
          </p:cNvSpPr>
          <p:nvPr/>
        </p:nvSpPr>
        <p:spPr>
          <a:xfrm>
            <a:off x="6286500" y="400050"/>
            <a:ext cx="53911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r" rtl="1">
              <a:lnSpc>
                <a:spcPct val="105000"/>
              </a:lnSpc>
              <a:buNone/>
              <a:defRPr sz="2625" b="1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defRPr>
            </a:pPr>
            <a:r>
              <a:rPr sz="2625" b="1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rPr>
              <a:t>شبكة التكوين</a:t>
            </a:r>
          </a:p>
        </p:txBody>
      </p:sp>
      <p:sp>
        <p:nvSpPr>
          <p:cNvPr id="2" name="">
            <a:extLst>
              <a:ext uri="{FF2B5EF4-FFF2-40B4-BE49-F238E27FC236}">
                <ns2:creationId id="{3552447F-5042-4E2C-A533-3899DB2CE613}"/>
              </a:ext>
            </a:extLst>
          </p:cNvPr>
          <p:cNvSpPr>
            <a:spLocks noGrp="1"/>
          </p:cNvSpPr>
          <p:nvPr/>
        </p:nvSpPr>
        <p:spPr>
          <a:xfrm>
            <a:off x="514350" y="1143000"/>
            <a:ext cx="11163300" cy="0"/>
          </a:xfrm>
          <a:prstGeom prst="line">
            <a:avLst/>
          </a:prstGeom>
          <a:noFill/>
          <a:ln w="9525">
            <a:solidFill>
              <a:srgbClr val="D9DEE8"/>
            </a:solidFill>
            <a:prstDash val="solid"/>
          </a:ln>
        </p:spPr>
      </p:sp>
      <p:sp>
        <p:nvSpPr>
          <p:cNvPr id="3" name="">
            <a:extLst>
              <a:ext uri="{FF2B5EF4-FFF2-40B4-BE49-F238E27FC236}">
                <ns2:creationId id="{667E534B-9D63-4DD9-8FBF-386FF722BF5A}"/>
              </a:ext>
            </a:extLst>
          </p:cNvPr>
          <p:cNvSpPr>
            <a:spLocks noGrp="1"/>
          </p:cNvSpPr>
          <p:nvPr/>
        </p:nvSpPr>
        <p:spPr>
          <a:xfrm>
            <a:off x="514350" y="6343650"/>
            <a:ext cx="5238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rmAutofit fontScale="97680"/>
          </a:bodyPr>
          <a:lstStyle/>
          <a:p>
            <a:pPr algn="l">
              <a:lnSpc>
                <a:spcPct val="105000"/>
              </a:lnSpc>
              <a:buNone/>
              <a:defRPr sz="975" b="0">
                <a:solidFill>
                  <a:srgbClr val="566072"/>
                </a:solidFill>
                <a:latin typeface="thmanyah sans"/>
                <a:ea typeface="thmanyah sans"/>
                <a:cs typeface="thmanyah sans"/>
              </a:defRPr>
            </a:pPr>
            <a:r>
              <a:rPr sz="975" b="0">
                <a:solidFill>
                  <a:srgbClr val="566072"/>
                </a:solidFill>
                <a:latin typeface="thmanyah sans"/>
                <a:ea typeface="thmanyah sans"/>
                <a:cs typeface="thmanyah sans"/>
              </a:rPr>
              <a:t>18</a:t>
            </a:r>
          </a:p>
        </p:txBody>
      </p:sp>
      <p:sp>
        <p:nvSpPr>
          <p:cNvPr id="4" name="">
            <a:extLst>
              <a:ext uri="{FF2B5EF4-FFF2-40B4-BE49-F238E27FC236}">
                <ns2:creationId id="{3C706284-F59E-4F2A-B11F-150604152DD8}"/>
              </a:ext>
            </a:extLst>
          </p:cNvPr>
          <p:cNvSpPr>
            <a:spLocks noGrp="1"/>
          </p:cNvSpPr>
          <p:nvPr/>
        </p:nvSpPr>
        <p:spPr>
          <a:xfrm>
            <a:off x="8763000" y="6343650"/>
            <a:ext cx="2914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97680"/>
          </a:bodyPr>
          <a:lstStyle/>
          <a:p>
            <a:pPr algn="r" rtl="1">
              <a:lnSpc>
                <a:spcPct val="105000"/>
              </a:lnSpc>
              <a:buNone/>
              <a:defRPr sz="975" b="0" lang="ar-SA">
                <a:solidFill>
                  <a:srgbClr val="566072"/>
                </a:solidFill>
                <a:latin typeface="thmanyah sans"/>
                <a:ea typeface="thmanyah sans"/>
                <a:cs typeface="thmanyah sans"/>
              </a:defRPr>
            </a:pPr>
            <a:r>
              <a:rPr sz="975" b="0" lang="ar-SA">
                <a:solidFill>
                  <a:srgbClr val="566072"/>
                </a:solidFill>
                <a:latin typeface="thmanyah sans"/>
                <a:ea typeface="thmanyah sans"/>
                <a:cs typeface="thmanyah sans"/>
              </a:rPr>
              <a:t>دليل الهوية البصرية لجداول</a:t>
            </a:r>
          </a:p>
        </p:txBody>
      </p:sp>
      <p:sp>
        <p:nvSpPr>
          <p:cNvPr id="5" name="">
            <a:extLst>
              <a:ext uri="{FF2B5EF4-FFF2-40B4-BE49-F238E27FC236}">
                <ns2:creationId id="{FC311F5E-7906-48EB-A9F6-B8A97FABDB2B}"/>
              </a:ext>
            </a:extLst>
          </p:cNvPr>
          <p:cNvSpPr>
            <a:spLocks noGrp="1"/>
          </p:cNvSpPr>
          <p:nvPr/>
        </p:nvSpPr>
        <p:spPr>
          <a:xfrm>
            <a:off x="514350" y="1447800"/>
            <a:ext cx="7239000" cy="4324350"/>
          </a:xfrm>
          <a:prstGeom prst="roundRect">
            <a:avLst>
              <a:gd name="adj" fmla="val 3965"/>
            </a:avLst>
          </a:prstGeom>
          <a:solidFill>
            <a:srgbClr val="FFFFFF"/>
          </a:solidFill>
          <a:ln w="0">
            <a:noFill/>
          </a:ln>
        </p:spPr>
      </p:sp>
      <p:sp>
        <p:nvSpPr>
          <p:cNvPr id="6" name="">
            <a:extLst>
              <a:ext uri="{FF2B5EF4-FFF2-40B4-BE49-F238E27FC236}">
                <ns2:creationId id="{0DCE3BEC-4464-4A0B-84BA-D2724A07EAD2}"/>
              </a:ext>
            </a:extLst>
          </p:cNvPr>
          <p:cNvSpPr>
            <a:spLocks noGrp="1"/>
          </p:cNvSpPr>
          <p:nvPr/>
        </p:nvSpPr>
        <p:spPr>
          <a:xfrm>
            <a:off x="1721168" y="1447800"/>
            <a:ext cx="0" cy="4324350"/>
          </a:xfrm>
          <a:prstGeom prst="line">
            <a:avLst/>
          </a:prstGeom>
          <a:noFill/>
          <a:ln w="9525">
            <a:solidFill>
              <a:srgbClr val="0059FC">
                <a:alpha val="20000"/>
              </a:srgbClr>
            </a:solidFill>
            <a:prstDash val="solid"/>
          </a:ln>
        </p:spPr>
      </p:sp>
      <p:sp>
        <p:nvSpPr>
          <p:cNvPr id="7" name="">
            <a:extLst>
              <a:ext uri="{FF2B5EF4-FFF2-40B4-BE49-F238E27FC236}">
                <ns2:creationId id="{9BEEE0B0-66D9-4587-859E-6CDE17B72281}"/>
              </a:ext>
            </a:extLst>
          </p:cNvPr>
          <p:cNvSpPr>
            <a:spLocks noGrp="1"/>
          </p:cNvSpPr>
          <p:nvPr/>
        </p:nvSpPr>
        <p:spPr>
          <a:xfrm>
            <a:off x="2927985" y="1447800"/>
            <a:ext cx="0" cy="4324350"/>
          </a:xfrm>
          <a:prstGeom prst="line">
            <a:avLst/>
          </a:prstGeom>
          <a:noFill/>
          <a:ln w="9525">
            <a:solidFill>
              <a:srgbClr val="0059FC">
                <a:alpha val="20000"/>
              </a:srgbClr>
            </a:solidFill>
            <a:prstDash val="solid"/>
          </a:ln>
        </p:spPr>
      </p:sp>
      <p:sp>
        <p:nvSpPr>
          <p:cNvPr id="8" name="">
            <a:extLst>
              <a:ext uri="{FF2B5EF4-FFF2-40B4-BE49-F238E27FC236}">
                <ns2:creationId id="{C93AE5C8-B824-4629-B61D-D430BEB32A31}"/>
              </a:ext>
            </a:extLst>
          </p:cNvPr>
          <p:cNvSpPr>
            <a:spLocks noGrp="1"/>
          </p:cNvSpPr>
          <p:nvPr/>
        </p:nvSpPr>
        <p:spPr>
          <a:xfrm>
            <a:off x="4134803" y="1447800"/>
            <a:ext cx="0" cy="4324350"/>
          </a:xfrm>
          <a:prstGeom prst="line">
            <a:avLst/>
          </a:prstGeom>
          <a:noFill/>
          <a:ln w="9525">
            <a:solidFill>
              <a:srgbClr val="0059FC">
                <a:alpha val="20000"/>
              </a:srgbClr>
            </a:solidFill>
            <a:prstDash val="solid"/>
          </a:ln>
        </p:spPr>
      </p:sp>
      <p:sp>
        <p:nvSpPr>
          <p:cNvPr id="9" name="">
            <a:extLst>
              <a:ext uri="{FF2B5EF4-FFF2-40B4-BE49-F238E27FC236}">
                <ns2:creationId id="{2F522F91-C8FE-40B1-AA8D-B0DF351428E4}"/>
              </a:ext>
            </a:extLst>
          </p:cNvPr>
          <p:cNvSpPr>
            <a:spLocks noGrp="1"/>
          </p:cNvSpPr>
          <p:nvPr/>
        </p:nvSpPr>
        <p:spPr>
          <a:xfrm>
            <a:off x="5341620" y="1447800"/>
            <a:ext cx="0" cy="4324350"/>
          </a:xfrm>
          <a:prstGeom prst="line">
            <a:avLst/>
          </a:prstGeom>
          <a:noFill/>
          <a:ln w="9525">
            <a:solidFill>
              <a:srgbClr val="0059FC">
                <a:alpha val="20000"/>
              </a:srgbClr>
            </a:solidFill>
            <a:prstDash val="solid"/>
          </a:ln>
        </p:spPr>
      </p:sp>
      <p:sp>
        <p:nvSpPr>
          <p:cNvPr id="10" name="">
            <a:extLst>
              <a:ext uri="{FF2B5EF4-FFF2-40B4-BE49-F238E27FC236}">
                <ns2:creationId id="{B49B5DC9-FCFF-4C57-B74F-1DE2474C78F7}"/>
              </a:ext>
            </a:extLst>
          </p:cNvPr>
          <p:cNvSpPr>
            <a:spLocks noGrp="1"/>
          </p:cNvSpPr>
          <p:nvPr/>
        </p:nvSpPr>
        <p:spPr>
          <a:xfrm>
            <a:off x="6548438" y="1447800"/>
            <a:ext cx="0" cy="4324350"/>
          </a:xfrm>
          <a:prstGeom prst="line">
            <a:avLst/>
          </a:prstGeom>
          <a:noFill/>
          <a:ln w="9525">
            <a:solidFill>
              <a:srgbClr val="0059FC">
                <a:alpha val="20000"/>
              </a:srgbClr>
            </a:solidFill>
            <a:prstDash val="solid"/>
          </a:ln>
        </p:spPr>
      </p:sp>
      <p:sp>
        <p:nvSpPr>
          <p:cNvPr id="11" name="">
            <a:extLst>
              <a:ext uri="{FF2B5EF4-FFF2-40B4-BE49-F238E27FC236}">
                <ns2:creationId id="{057F6F06-BF59-4243-8850-D1D2E6664310}"/>
              </a:ext>
            </a:extLst>
          </p:cNvPr>
          <p:cNvSpPr>
            <a:spLocks noGrp="1"/>
          </p:cNvSpPr>
          <p:nvPr/>
        </p:nvSpPr>
        <p:spPr>
          <a:xfrm>
            <a:off x="514350" y="2528888"/>
            <a:ext cx="7239000" cy="0"/>
          </a:xfrm>
          <a:prstGeom prst="line">
            <a:avLst/>
          </a:prstGeom>
          <a:noFill/>
          <a:ln w="9525">
            <a:solidFill>
              <a:srgbClr val="0059FC">
                <a:alpha val="20000"/>
              </a:srgbClr>
            </a:solidFill>
            <a:prstDash val="solid"/>
          </a:ln>
        </p:spPr>
      </p:sp>
      <p:sp>
        <p:nvSpPr>
          <p:cNvPr id="12" name="">
            <a:extLst>
              <a:ext uri="{FF2B5EF4-FFF2-40B4-BE49-F238E27FC236}">
                <ns2:creationId id="{9ABB21C9-BE21-476B-A9A1-6C9B1593D177}"/>
              </a:ext>
            </a:extLst>
          </p:cNvPr>
          <p:cNvSpPr>
            <a:spLocks noGrp="1"/>
          </p:cNvSpPr>
          <p:nvPr/>
        </p:nvSpPr>
        <p:spPr>
          <a:xfrm>
            <a:off x="514350" y="3609975"/>
            <a:ext cx="7239000" cy="0"/>
          </a:xfrm>
          <a:prstGeom prst="line">
            <a:avLst/>
          </a:prstGeom>
          <a:noFill/>
          <a:ln w="9525">
            <a:solidFill>
              <a:srgbClr val="0059FC">
                <a:alpha val="20000"/>
              </a:srgbClr>
            </a:solidFill>
            <a:prstDash val="solid"/>
          </a:ln>
        </p:spPr>
      </p:sp>
      <p:sp>
        <p:nvSpPr>
          <p:cNvPr id="13" name="">
            <a:extLst>
              <a:ext uri="{FF2B5EF4-FFF2-40B4-BE49-F238E27FC236}">
                <ns2:creationId id="{CDF85401-6349-40A2-959B-E2C436A4BBEB}"/>
              </a:ext>
            </a:extLst>
          </p:cNvPr>
          <p:cNvSpPr>
            <a:spLocks noGrp="1"/>
          </p:cNvSpPr>
          <p:nvPr/>
        </p:nvSpPr>
        <p:spPr>
          <a:xfrm>
            <a:off x="514350" y="4691063"/>
            <a:ext cx="7239000" cy="0"/>
          </a:xfrm>
          <a:prstGeom prst="line">
            <a:avLst/>
          </a:prstGeom>
          <a:noFill/>
          <a:ln w="9525">
            <a:solidFill>
              <a:srgbClr val="0059FC">
                <a:alpha val="20000"/>
              </a:srgbClr>
            </a:solidFill>
            <a:prstDash val="solid"/>
          </a:ln>
        </p:spPr>
      </p:sp>
      <p:sp>
        <p:nvSpPr>
          <p:cNvPr id="14" name="">
            <a:extLst>
              <a:ext uri="{FF2B5EF4-FFF2-40B4-BE49-F238E27FC236}">
                <ns2:creationId id="{B8B59C72-A0F3-4E7B-A842-74BB2A122787}"/>
              </a:ext>
            </a:extLst>
          </p:cNvPr>
          <p:cNvSpPr>
            <a:spLocks noGrp="1"/>
          </p:cNvSpPr>
          <p:nvPr/>
        </p:nvSpPr>
        <p:spPr>
          <a:xfrm>
            <a:off x="5334000" y="1790700"/>
            <a:ext cx="2076450" cy="685800"/>
          </a:xfrm>
          <a:prstGeom prst="rect">
            <a:avLst/>
          </a:prstGeom>
          <a:solidFill>
            <a:srgbClr val="0059FC"/>
          </a:solidFill>
          <a:ln w="0">
            <a:noFill/>
          </a:ln>
        </p:spPr>
      </p:sp>
      <p:sp>
        <p:nvSpPr>
          <p:cNvPr id="15" name="">
            <a:extLst>
              <a:ext uri="{FF2B5EF4-FFF2-40B4-BE49-F238E27FC236}">
                <ns2:creationId id="{768E9200-924D-4B90-AE2F-3318BCD91217}"/>
              </a:ext>
            </a:extLst>
          </p:cNvPr>
          <p:cNvSpPr>
            <a:spLocks noGrp="1"/>
          </p:cNvSpPr>
          <p:nvPr/>
        </p:nvSpPr>
        <p:spPr>
          <a:xfrm>
            <a:off x="876300" y="2724150"/>
            <a:ext cx="4305300" cy="609600"/>
          </a:xfrm>
          <a:prstGeom prst="rect">
            <a:avLst/>
          </a:prstGeom>
          <a:solidFill>
            <a:srgbClr val="0B0F19"/>
          </a:solidFill>
          <a:ln w="0">
            <a:noFill/>
          </a:ln>
        </p:spPr>
      </p:sp>
      <p:sp>
        <p:nvSpPr>
          <p:cNvPr id="16" name="">
            <a:extLst>
              <a:ext uri="{FF2B5EF4-FFF2-40B4-BE49-F238E27FC236}">
                <ns2:creationId id="{2D66937A-DE31-4BD6-B2DD-BF65DED2702D}"/>
              </a:ext>
            </a:extLst>
          </p:cNvPr>
          <p:cNvSpPr>
            <a:spLocks noGrp="1"/>
          </p:cNvSpPr>
          <p:nvPr/>
        </p:nvSpPr>
        <p:spPr>
          <a:xfrm>
            <a:off x="876300" y="3657600"/>
            <a:ext cx="6534150" cy="1485900"/>
          </a:xfrm>
          <a:prstGeom prst="rect">
            <a:avLst/>
          </a:prstGeom>
          <a:solidFill>
            <a:srgbClr val="E6EEFF"/>
          </a:solidFill>
          <a:ln w="0">
            <a:noFill/>
          </a:ln>
        </p:spPr>
      </p:sp>
      <p:sp>
        <p:nvSpPr>
          <p:cNvPr id="17" name="">
            <a:extLst>
              <a:ext uri="{FF2B5EF4-FFF2-40B4-BE49-F238E27FC236}">
                <ns2:creationId id="{0D8F9EA4-D0E1-42BC-BE28-D741AAF64D65}"/>
              </a:ext>
            </a:extLst>
          </p:cNvPr>
          <p:cNvSpPr>
            <a:spLocks noGrp="1"/>
          </p:cNvSpPr>
          <p:nvPr/>
        </p:nvSpPr>
        <p:spPr>
          <a:xfrm>
            <a:off x="8724900" y="1581150"/>
            <a:ext cx="2952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r" rtl="1">
              <a:lnSpc>
                <a:spcPct val="105000"/>
              </a:lnSpc>
              <a:buNone/>
              <a:defRPr sz="2175" b="1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defRPr>
            </a:pPr>
            <a:r>
              <a:rPr sz="2175" b="1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rPr>
              <a:t>6 أعمدة</a:t>
            </a:r>
          </a:p>
        </p:txBody>
      </p:sp>
      <p:sp>
        <p:nvSpPr>
          <p:cNvPr id="18" name="">
            <a:extLst>
              <a:ext uri="{FF2B5EF4-FFF2-40B4-BE49-F238E27FC236}">
                <ns2:creationId id="{348FB837-B434-4209-B241-1B946C025C58}"/>
              </a:ext>
            </a:extLst>
          </p:cNvPr>
          <p:cNvSpPr>
            <a:spLocks noGrp="1"/>
          </p:cNvSpPr>
          <p:nvPr/>
        </p:nvSpPr>
        <p:spPr>
          <a:xfrm>
            <a:off x="8172450" y="2266950"/>
            <a:ext cx="3505200" cy="228600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38100" anchor="t" rtlCol="1">
            <a:normAutofit fontScale="100000"/>
          </a:bodyPr>
          <a:lstStyle/>
          <a:p>
            <a:pPr marL="279400" indent="-152400" algn="r" rtl="1">
              <a:lnSpc>
                <a:spcPct val="108000"/>
              </a:lnSpc>
              <a:spcAft>
                <a:spcPts val="500"/>
              </a:spcAft>
              <a:buNone/>
              <a:defRPr sz="1500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defRPr>
            </a:pPr>
            <a:r>
              <a:rPr sz="1500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rPr>
              <a:t>المحتوى العربي يبدأ من اليمين.</a:t>
            </a:r>
          </a:p>
          <a:p>
            <a:pPr marL="279400" indent="-152400" algn="r" rtl="1">
              <a:lnSpc>
                <a:spcPct val="108000"/>
              </a:lnSpc>
              <a:spcAft>
                <a:spcPts val="500"/>
              </a:spcAft>
              <a:buNone/>
              <a:defRPr sz="1500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defRPr>
            </a:pPr>
            <a:r>
              <a:rPr sz="1500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rPr>
              <a:t>يتغير عرض الأعمدة حسب كثافة المعلومات.</a:t>
            </a:r>
          </a:p>
          <a:p>
            <a:pPr marL="279400" indent="-152400" algn="r" rtl="1">
              <a:lnSpc>
                <a:spcPct val="108000"/>
              </a:lnSpc>
              <a:spcAft>
                <a:spcPts val="500"/>
              </a:spcAft>
              <a:buNone/>
              <a:defRPr sz="1500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defRPr>
            </a:pPr>
            <a:r>
              <a:rPr sz="1500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rPr>
              <a:t>تسبق المساحات البيضاء الزخرفة.</a:t>
            </a:r>
          </a:p>
          <a:p>
            <a:pPr marL="279400" indent="-152400" algn="r" rtl="1">
              <a:lnSpc>
                <a:spcPct val="108000"/>
              </a:lnSpc>
              <a:spcAft>
                <a:spcPts val="500"/>
              </a:spcAft>
              <a:buNone/>
              <a:defRPr sz="1500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defRPr>
            </a:pPr>
            <a:r>
              <a:rPr sz="1500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rPr>
              <a:t>العنصر الأزرق يحدد مركز الانتباه.</a:t>
            </a:r>
          </a:p>
        </p:txBody>
      </p:sp>
      <p:sp>
        <p:nvSpPr>
          <p:cNvPr id="19" name="">
            <a:extLst>
              <a:ext uri="{FF2B5EF4-FFF2-40B4-BE49-F238E27FC236}">
                <ns2:creationId id="{F15D1ACF-ACBB-43E4-A27E-38AF02C14887}"/>
              </a:ext>
            </a:extLst>
          </p:cNvPr>
          <p:cNvSpPr>
            <a:spLocks noGrp="1"/>
          </p:cNvSpPr>
          <p:nvPr/>
        </p:nvSpPr>
        <p:spPr>
          <a:xfrm>
            <a:off x="8172450" y="4857750"/>
            <a:ext cx="35052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r" rtl="1">
              <a:lnSpc>
                <a:spcPct val="105000"/>
              </a:lnSpc>
              <a:buNone/>
              <a:defRPr sz="1350" b="0" lang="ar-SA">
                <a:solidFill>
                  <a:srgbClr val="566072"/>
                </a:solidFill>
                <a:latin typeface="thmanyah sans"/>
                <a:ea typeface="thmanyah sans"/>
                <a:cs typeface="thmanyah sans"/>
              </a:defRPr>
            </a:pPr>
            <a:r>
              <a:rPr sz="1350" b="0" lang="ar-SA">
                <a:solidFill>
                  <a:srgbClr val="566072"/>
                </a:solidFill>
                <a:latin typeface="thmanyah sans"/>
                <a:ea typeface="thmanyah sans"/>
                <a:cs typeface="thmanyah sans"/>
              </a:rPr>
              <a:t>يمكن للواجهة استخدام شبكة أدق، لكن يبقى الإيقاع العام هادئًا وواضحًا.</a:t>
            </a:r>
          </a:p>
        </p:txBody>
      </p:sp>
    </p:spTree>
    <p:extLst>
      <p:ext uri="{BB962C8B-B14F-4D97-AF65-F5344CB8AC3E}">
        <p14:creationId val="1734553263"/>
      </p:ext>
    </p:extLst>
  </p:cSld>
</p:sld>
</file>

<file path=ppt/slides/slide19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8" name="">
            <a:extLst>
              <a:ext uri="{FF2B5EF4-FFF2-40B4-BE49-F238E27FC236}">
                <ns2:creationId id="{141C1F4B-A3C8-4196-A4E9-943001199C86}"/>
              </a:ext>
            </a:extLst>
          </p:cNvPr>
          <p:cNvSpPr>
            <a:spLocks noGrp="1"/>
          </p:cNvSpPr>
          <p:nvPr/>
        </p:nvSpPr>
        <p:spPr>
          <a:xfrm>
            <a:off x="6286500" y="400050"/>
            <a:ext cx="53911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r" rtl="1">
              <a:lnSpc>
                <a:spcPct val="105000"/>
              </a:lnSpc>
              <a:buNone/>
              <a:defRPr sz="2625" b="1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defRPr>
            </a:pPr>
            <a:r>
              <a:rPr sz="2625" b="1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rPr>
              <a:t>أسلوب الصور</a:t>
            </a:r>
          </a:p>
        </p:txBody>
      </p:sp>
      <p:sp>
        <p:nvSpPr>
          <p:cNvPr id="2" name="">
            <a:extLst>
              <a:ext uri="{FF2B5EF4-FFF2-40B4-BE49-F238E27FC236}">
                <ns2:creationId id="{5C4B0905-911A-4398-B7F0-BC2952ADD7DE}"/>
              </a:ext>
            </a:extLst>
          </p:cNvPr>
          <p:cNvSpPr>
            <a:spLocks noGrp="1"/>
          </p:cNvSpPr>
          <p:nvPr/>
        </p:nvSpPr>
        <p:spPr>
          <a:xfrm>
            <a:off x="514350" y="1143000"/>
            <a:ext cx="11163300" cy="0"/>
          </a:xfrm>
          <a:prstGeom prst="line">
            <a:avLst/>
          </a:prstGeom>
          <a:noFill/>
          <a:ln w="9525">
            <a:solidFill>
              <a:srgbClr val="D9DEE8"/>
            </a:solidFill>
            <a:prstDash val="solid"/>
          </a:ln>
        </p:spPr>
      </p:sp>
      <p:sp>
        <p:nvSpPr>
          <p:cNvPr id="3" name="">
            <a:extLst>
              <a:ext uri="{FF2B5EF4-FFF2-40B4-BE49-F238E27FC236}">
                <ns2:creationId id="{C5343953-9F49-497B-BB0E-E5B7E321B18B}"/>
              </a:ext>
            </a:extLst>
          </p:cNvPr>
          <p:cNvSpPr>
            <a:spLocks noGrp="1"/>
          </p:cNvSpPr>
          <p:nvPr/>
        </p:nvSpPr>
        <p:spPr>
          <a:xfrm>
            <a:off x="514350" y="6343650"/>
            <a:ext cx="5238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rmAutofit fontScale="97680"/>
          </a:bodyPr>
          <a:lstStyle/>
          <a:p>
            <a:pPr algn="l">
              <a:lnSpc>
                <a:spcPct val="105000"/>
              </a:lnSpc>
              <a:buNone/>
              <a:defRPr sz="975" b="0">
                <a:solidFill>
                  <a:srgbClr val="566072"/>
                </a:solidFill>
                <a:latin typeface="thmanyah sans"/>
                <a:ea typeface="thmanyah sans"/>
                <a:cs typeface="thmanyah sans"/>
              </a:defRPr>
            </a:pPr>
            <a:r>
              <a:rPr sz="975" b="0">
                <a:solidFill>
                  <a:srgbClr val="566072"/>
                </a:solidFill>
                <a:latin typeface="thmanyah sans"/>
                <a:ea typeface="thmanyah sans"/>
                <a:cs typeface="thmanyah sans"/>
              </a:rPr>
              <a:t>19</a:t>
            </a:r>
          </a:p>
        </p:txBody>
      </p:sp>
      <p:sp>
        <p:nvSpPr>
          <p:cNvPr id="4" name="">
            <a:extLst>
              <a:ext uri="{FF2B5EF4-FFF2-40B4-BE49-F238E27FC236}">
                <ns2:creationId id="{09B28DA9-68D6-41B1-91C9-0BE38830D767}"/>
              </a:ext>
            </a:extLst>
          </p:cNvPr>
          <p:cNvSpPr>
            <a:spLocks noGrp="1"/>
          </p:cNvSpPr>
          <p:nvPr/>
        </p:nvSpPr>
        <p:spPr>
          <a:xfrm>
            <a:off x="8763000" y="6343650"/>
            <a:ext cx="2914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97680"/>
          </a:bodyPr>
          <a:lstStyle/>
          <a:p>
            <a:pPr algn="r" rtl="1">
              <a:lnSpc>
                <a:spcPct val="105000"/>
              </a:lnSpc>
              <a:buNone/>
              <a:defRPr sz="975" b="0" lang="ar-SA">
                <a:solidFill>
                  <a:srgbClr val="566072"/>
                </a:solidFill>
                <a:latin typeface="thmanyah sans"/>
                <a:ea typeface="thmanyah sans"/>
                <a:cs typeface="thmanyah sans"/>
              </a:defRPr>
            </a:pPr>
            <a:r>
              <a:rPr sz="975" b="0" lang="ar-SA">
                <a:solidFill>
                  <a:srgbClr val="566072"/>
                </a:solidFill>
                <a:latin typeface="thmanyah sans"/>
                <a:ea typeface="thmanyah sans"/>
                <a:cs typeface="thmanyah sans"/>
              </a:rPr>
              <a:t>دليل الهوية البصرية لجداول</a:t>
            </a:r>
          </a:p>
        </p:txBody>
      </p:sp>
      <p:sp>
        <p:nvSpPr>
          <p:cNvPr id="5" name="">
            <a:extLst>
              <a:ext uri="{FF2B5EF4-FFF2-40B4-BE49-F238E27FC236}">
                <ns2:creationId id="{83906DBC-2077-4FFC-BBE0-0D8EF32CC94C}"/>
              </a:ext>
            </a:extLst>
          </p:cNvPr>
          <p:cNvSpPr>
            <a:spLocks noGrp="1"/>
          </p:cNvSpPr>
          <p:nvPr/>
        </p:nvSpPr>
        <p:spPr>
          <a:xfrm>
            <a:off x="514350" y="1485900"/>
            <a:ext cx="4953000" cy="3905250"/>
          </a:xfrm>
          <a:prstGeom prst="roundRect">
            <a:avLst>
              <a:gd name="adj" fmla="val 5854"/>
            </a:avLst>
          </a:prstGeom>
          <a:solidFill>
            <a:srgbClr val="E6EEFF"/>
          </a:solidFill>
          <a:ln w="0">
            <a:noFill/>
          </a:ln>
        </p:spPr>
      </p:sp>
      <p:sp>
        <p:nvSpPr>
          <p:cNvPr id="6" name="">
            <a:extLst>
              <a:ext uri="{FF2B5EF4-FFF2-40B4-BE49-F238E27FC236}">
                <ns2:creationId id="{B45AF138-1195-4DD6-BB88-C37E8BCF19AD}"/>
              </a:ext>
            </a:extLst>
          </p:cNvPr>
          <p:cNvSpPr>
            <a:spLocks noGrp="1"/>
          </p:cNvSpPr>
          <p:nvPr/>
        </p:nvSpPr>
        <p:spPr>
          <a:xfrm>
            <a:off x="895350" y="1885950"/>
            <a:ext cx="4191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r" rtl="1">
              <a:lnSpc>
                <a:spcPct val="105000"/>
              </a:lnSpc>
              <a:buNone/>
              <a:defRPr sz="2400" b="1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defRPr>
            </a:pPr>
            <a:r>
              <a:rPr sz="2400" b="1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rPr>
              <a:t>المنتج هو البطل</a:t>
            </a:r>
          </a:p>
        </p:txBody>
      </p:sp>
      <p:sp>
        <p:nvSpPr>
          <p:cNvPr id="7" name="">
            <a:extLst>
              <a:ext uri="{FF2B5EF4-FFF2-40B4-BE49-F238E27FC236}">
                <ns2:creationId id="{17717571-0A35-4C71-8034-2626DFD67EE5}"/>
              </a:ext>
            </a:extLst>
          </p:cNvPr>
          <p:cNvSpPr>
            <a:spLocks noGrp="1"/>
          </p:cNvSpPr>
          <p:nvPr/>
        </p:nvSpPr>
        <p:spPr>
          <a:xfrm>
            <a:off x="895350" y="2667000"/>
            <a:ext cx="41910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r" rtl="1">
              <a:lnSpc>
                <a:spcPct val="105000"/>
              </a:lnSpc>
              <a:buNone/>
              <a:defRPr sz="1650" b="0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defRPr>
            </a:pPr>
            <a:r>
              <a:rPr sz="1650" b="0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rPr>
              <a:t>تُظهر الصور مهمة واضحة داخل جداول، مع بيانات تجريبية ومقتطف مقروء من الواجهة.</a:t>
            </a:r>
          </a:p>
        </p:txBody>
      </p:sp>
      <p:sp>
        <p:nvSpPr>
          <p:cNvPr id="8" name="">
            <a:extLst>
              <a:ext uri="{FF2B5EF4-FFF2-40B4-BE49-F238E27FC236}">
                <ns2:creationId id="{B0B574E2-65BB-493A-910F-EC1935857A83}"/>
              </a:ext>
            </a:extLst>
          </p:cNvPr>
          <p:cNvSpPr>
            <a:spLocks noGrp="1"/>
          </p:cNvSpPr>
          <p:nvPr/>
        </p:nvSpPr>
        <p:spPr>
          <a:xfrm>
            <a:off x="895350" y="3867150"/>
            <a:ext cx="4191000" cy="11430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r" rtl="1">
              <a:lnSpc>
                <a:spcPct val="105000"/>
              </a:lnSpc>
              <a:buNone/>
              <a:defRPr sz="1500" b="0" lang="ar-SA">
                <a:solidFill>
                  <a:srgbClr val="566072"/>
                </a:solidFill>
                <a:latin typeface="thmanyah sans"/>
                <a:ea typeface="thmanyah sans"/>
                <a:cs typeface="thmanyah sans"/>
              </a:defRPr>
            </a:pPr>
            <a:r>
              <a:rPr sz="1500" b="0" lang="ar-SA">
                <a:solidFill>
                  <a:srgbClr val="566072"/>
                </a:solidFill>
                <a:latin typeface="thmanyah sans"/>
                <a:ea typeface="thmanyah sans"/>
                <a:cs typeface="thmanyah sans"/>
              </a:rPr>
              <a:t>عند استخدام الأشخاص، يظهر السياق السعودي طبيعيًا في بيئة العمل. لا نستخدم المصافحات أو غرف الخوادم أو الأقفال.</a:t>
            </a:r>
          </a:p>
        </p:txBody>
      </p:sp>
      <p:sp>
        <p:nvSpPr>
          <p:cNvPr id="9" name="">
            <a:extLst>
              <a:ext uri="{FF2B5EF4-FFF2-40B4-BE49-F238E27FC236}">
                <ns2:creationId id="{049A88F3-A951-4DE2-A90D-C1453D37830C}"/>
              </a:ext>
            </a:extLst>
          </p:cNvPr>
          <p:cNvSpPr>
            <a:spLocks noGrp="1"/>
          </p:cNvSpPr>
          <p:nvPr/>
        </p:nvSpPr>
        <p:spPr>
          <a:xfrm>
            <a:off x="6096000" y="1485900"/>
            <a:ext cx="5581650" cy="3905250"/>
          </a:xfrm>
          <a:prstGeom prst="roundRect">
            <a:avLst>
              <a:gd name="adj" fmla="val 5854"/>
            </a:avLst>
          </a:prstGeom>
          <a:solidFill>
            <a:srgbClr val="F6F7FB"/>
          </a:solidFill>
          <a:ln w="0">
            <a:noFill/>
          </a:ln>
        </p:spPr>
      </p:sp>
      <p:sp>
        <p:nvSpPr>
          <p:cNvPr id="10" name="">
            <a:extLst>
              <a:ext uri="{FF2B5EF4-FFF2-40B4-BE49-F238E27FC236}">
                <ns2:creationId id="{A94FF9FC-99CA-4779-8BC9-07F3A8A8C889}"/>
              </a:ext>
            </a:extLst>
          </p:cNvPr>
          <p:cNvSpPr>
            <a:spLocks noGrp="1"/>
          </p:cNvSpPr>
          <p:nvPr/>
        </p:nvSpPr>
        <p:spPr>
          <a:xfrm>
            <a:off x="6534150" y="1943100"/>
            <a:ext cx="4705350" cy="2628900"/>
          </a:xfrm>
          <a:prstGeom prst="roundRect">
            <a:avLst>
              <a:gd name="adj" fmla="val 5072"/>
            </a:avLst>
          </a:prstGeom>
          <a:solidFill>
            <a:srgbClr val="FFFFFF"/>
          </a:solidFill>
          <a:ln w="9525">
            <a:solidFill>
              <a:srgbClr val="D9DEE8"/>
            </a:solidFill>
            <a:prstDash val="solid"/>
          </a:ln>
        </p:spPr>
      </p:sp>
      <p:sp>
        <p:nvSpPr>
          <p:cNvPr id="11" name="">
            <a:extLst>
              <a:ext uri="{FF2B5EF4-FFF2-40B4-BE49-F238E27FC236}">
                <ns2:creationId id="{F5FF7E7A-9C93-47E2-A583-B660EE4EC9A4}"/>
              </a:ext>
            </a:extLst>
          </p:cNvPr>
          <p:cNvSpPr>
            <a:spLocks noGrp="1"/>
          </p:cNvSpPr>
          <p:nvPr/>
        </p:nvSpPr>
        <p:spPr>
          <a:xfrm>
            <a:off x="6724650" y="2171700"/>
            <a:ext cx="1047750" cy="2171700"/>
          </a:xfrm>
          <a:prstGeom prst="roundRect">
            <a:avLst>
              <a:gd name="adj" fmla="val 9091"/>
            </a:avLst>
          </a:prstGeom>
          <a:solidFill>
            <a:srgbClr val="0B0F19"/>
          </a:solidFill>
          <a:ln w="0">
            <a:noFill/>
          </a:ln>
        </p:spPr>
      </p:sp>
      <p:sp>
        <p:nvSpPr>
          <p:cNvPr id="12" name="">
            <a:extLst>
              <a:ext uri="{FF2B5EF4-FFF2-40B4-BE49-F238E27FC236}">
                <ns2:creationId id="{B2E9FC04-1066-429E-A349-4EBF475D2CFD}"/>
              </a:ext>
            </a:extLst>
          </p:cNvPr>
          <p:cNvSpPr>
            <a:spLocks noGrp="1"/>
          </p:cNvSpPr>
          <p:nvPr/>
        </p:nvSpPr>
        <p:spPr>
          <a:xfrm>
            <a:off x="7962900" y="2209800"/>
            <a:ext cx="3009900" cy="304800"/>
          </a:xfrm>
          <a:prstGeom prst="roundRect">
            <a:avLst>
              <a:gd name="adj" fmla="val 18750"/>
            </a:avLst>
          </a:prstGeom>
          <a:solidFill>
            <a:srgbClr val="E6EEFF"/>
          </a:solidFill>
          <a:ln w="0">
            <a:noFill/>
          </a:ln>
        </p:spPr>
      </p:sp>
      <p:sp>
        <p:nvSpPr>
          <p:cNvPr id="13" name="">
            <a:extLst>
              <a:ext uri="{FF2B5EF4-FFF2-40B4-BE49-F238E27FC236}">
                <ns2:creationId id="{B2844F9F-A204-4530-AA20-6F963BD87C00}"/>
              </a:ext>
            </a:extLst>
          </p:cNvPr>
          <p:cNvSpPr>
            <a:spLocks noGrp="1"/>
          </p:cNvSpPr>
          <p:nvPr/>
        </p:nvSpPr>
        <p:spPr>
          <a:xfrm>
            <a:off x="7962900" y="2724150"/>
            <a:ext cx="2495550" cy="228600"/>
          </a:xfrm>
          <a:prstGeom prst="roundRect">
            <a:avLst>
              <a:gd name="adj" fmla="val 16667"/>
            </a:avLst>
          </a:prstGeom>
          <a:solidFill>
            <a:srgbClr val="D9DEE8"/>
          </a:solidFill>
          <a:ln w="0">
            <a:noFill/>
          </a:ln>
        </p:spPr>
      </p:sp>
      <p:sp>
        <p:nvSpPr>
          <p:cNvPr id="14" name="">
            <a:extLst>
              <a:ext uri="{FF2B5EF4-FFF2-40B4-BE49-F238E27FC236}">
                <ns2:creationId id="{D6D27F72-F665-4BC3-AE81-08A574EE0B3C}"/>
              </a:ext>
            </a:extLst>
          </p:cNvPr>
          <p:cNvSpPr>
            <a:spLocks noGrp="1"/>
          </p:cNvSpPr>
          <p:nvPr/>
        </p:nvSpPr>
        <p:spPr>
          <a:xfrm>
            <a:off x="7962900" y="3143250"/>
            <a:ext cx="2914650" cy="228600"/>
          </a:xfrm>
          <a:prstGeom prst="roundRect">
            <a:avLst>
              <a:gd name="adj" fmla="val 16667"/>
            </a:avLst>
          </a:prstGeom>
          <a:solidFill>
            <a:srgbClr val="D9DEE8"/>
          </a:solidFill>
          <a:ln w="0">
            <a:noFill/>
          </a:ln>
        </p:spPr>
      </p:sp>
      <p:sp>
        <p:nvSpPr>
          <p:cNvPr id="15" name="">
            <a:extLst>
              <a:ext uri="{FF2B5EF4-FFF2-40B4-BE49-F238E27FC236}">
                <ns2:creationId id="{70AFD37C-7E6E-4623-A026-D7FF394AC976}"/>
              </a:ext>
            </a:extLst>
          </p:cNvPr>
          <p:cNvSpPr>
            <a:spLocks noGrp="1"/>
          </p:cNvSpPr>
          <p:nvPr/>
        </p:nvSpPr>
        <p:spPr>
          <a:xfrm>
            <a:off x="7962900" y="3562350"/>
            <a:ext cx="2038350" cy="228600"/>
          </a:xfrm>
          <a:prstGeom prst="roundRect">
            <a:avLst>
              <a:gd name="adj" fmla="val 16667"/>
            </a:avLst>
          </a:prstGeom>
          <a:solidFill>
            <a:srgbClr val="83D7C2"/>
          </a:solidFill>
          <a:ln w="0">
            <a:noFill/>
          </a:ln>
        </p:spPr>
      </p:sp>
      <p:pic>
        <p:nvPicPr>
          <p:cNvPr id="33" name=""/>
          <p:cNvPicPr>
            <a:picLocks noChangeAspect="1"/>
          </p:cNvPicPr>
          <p:nvPr/>
        </p:nvPicPr>
        <p:blipFill>
          <a:blip r:embed="Ree1104e0bc5f4176"/>
          <a:stretch/>
        </p:blipFill>
        <p:spPr>
          <a:xfrm>
            <a:off x="10439400" y="3960312"/>
            <a:ext cx="495300" cy="461375"/>
          </a:xfrm>
          <a:prstGeom prst="rect">
            <a:avLst/>
          </a:prstGeom>
        </p:spPr>
      </p:pic>
      <p:sp>
        <p:nvSpPr>
          <p:cNvPr id="17" name="">
            <a:extLst>
              <a:ext uri="{FF2B5EF4-FFF2-40B4-BE49-F238E27FC236}">
                <ns2:creationId id="{70CB3808-98DF-4CB0-AE0A-583CCEF0CB6F}"/>
              </a:ext>
            </a:extLst>
          </p:cNvPr>
          <p:cNvSpPr>
            <a:spLocks noGrp="1"/>
          </p:cNvSpPr>
          <p:nvPr/>
        </p:nvSpPr>
        <p:spPr>
          <a:xfrm>
            <a:off x="7943850" y="4648200"/>
            <a:ext cx="30289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ctr" rtl="1">
              <a:lnSpc>
                <a:spcPct val="105000"/>
              </a:lnSpc>
              <a:buNone/>
              <a:defRPr sz="1275" b="0" lang="ar-SA">
                <a:solidFill>
                  <a:srgbClr val="566072"/>
                </a:solidFill>
                <a:latin typeface="thmanyah sans"/>
                <a:ea typeface="thmanyah sans"/>
                <a:cs typeface="thmanyah sans"/>
              </a:defRPr>
            </a:pPr>
            <a:r>
              <a:rPr sz="1275" b="0" lang="ar-SA">
                <a:solidFill>
                  <a:srgbClr val="566072"/>
                </a:solidFill>
                <a:latin typeface="thmanyah sans"/>
                <a:ea typeface="thmanyah sans"/>
                <a:cs typeface="thmanyah sans"/>
              </a:rPr>
              <a:t>نموذج إخراج واجهة</a:t>
            </a:r>
          </a:p>
        </p:txBody>
      </p:sp>
    </p:spTree>
    <p:extLst>
      <p:ext uri="{BB962C8B-B14F-4D97-AF65-F5344CB8AC3E}">
        <p14:creationId val="1486864052"/>
      </p:ext>
    </p:extLst>
  </p:cSld>
</p:sld>
</file>

<file path=ppt/slides/slide20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5" name="">
            <a:extLst>
              <a:ext uri="{FF2B5EF4-FFF2-40B4-BE49-F238E27FC236}">
                <ns2:creationId id="{A7E6274F-50AD-4D5B-8BEF-6096C12EB46F}"/>
              </a:ext>
            </a:extLst>
          </p:cNvPr>
          <p:cNvSpPr>
            <a:spLocks noGrp="1"/>
          </p:cNvSpPr>
          <p:nvPr/>
        </p:nvSpPr>
        <p:spPr>
          <a:xfrm>
            <a:off x="6286500" y="400050"/>
            <a:ext cx="53911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r" rtl="1">
              <a:lnSpc>
                <a:spcPct val="105000"/>
              </a:lnSpc>
              <a:buNone/>
              <a:defRPr sz="2625" b="1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defRPr>
            </a:pPr>
            <a:r>
              <a:rPr sz="2625" b="1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rPr>
              <a:t>الأيقونات والرسوم</a:t>
            </a:r>
          </a:p>
        </p:txBody>
      </p:sp>
      <p:sp>
        <p:nvSpPr>
          <p:cNvPr id="2" name="">
            <a:extLst>
              <a:ext uri="{FF2B5EF4-FFF2-40B4-BE49-F238E27FC236}">
                <ns2:creationId id="{C7BBA954-959A-448A-8B11-76E2FAD0C0A0}"/>
              </a:ext>
            </a:extLst>
          </p:cNvPr>
          <p:cNvSpPr>
            <a:spLocks noGrp="1"/>
          </p:cNvSpPr>
          <p:nvPr/>
        </p:nvSpPr>
        <p:spPr>
          <a:xfrm>
            <a:off x="514350" y="1143000"/>
            <a:ext cx="11163300" cy="0"/>
          </a:xfrm>
          <a:prstGeom prst="line">
            <a:avLst/>
          </a:prstGeom>
          <a:noFill/>
          <a:ln w="9525">
            <a:solidFill>
              <a:srgbClr val="D9DEE8"/>
            </a:solidFill>
            <a:prstDash val="solid"/>
          </a:ln>
        </p:spPr>
      </p:sp>
      <p:sp>
        <p:nvSpPr>
          <p:cNvPr id="3" name="">
            <a:extLst>
              <a:ext uri="{FF2B5EF4-FFF2-40B4-BE49-F238E27FC236}">
                <ns2:creationId id="{912458A0-6471-4E84-81E0-4896C76A01C4}"/>
              </a:ext>
            </a:extLst>
          </p:cNvPr>
          <p:cNvSpPr>
            <a:spLocks noGrp="1"/>
          </p:cNvSpPr>
          <p:nvPr/>
        </p:nvSpPr>
        <p:spPr>
          <a:xfrm>
            <a:off x="514350" y="6343650"/>
            <a:ext cx="5238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rmAutofit fontScale="97680"/>
          </a:bodyPr>
          <a:lstStyle/>
          <a:p>
            <a:pPr algn="l">
              <a:lnSpc>
                <a:spcPct val="105000"/>
              </a:lnSpc>
              <a:buNone/>
              <a:defRPr sz="975" b="0">
                <a:solidFill>
                  <a:srgbClr val="566072"/>
                </a:solidFill>
                <a:latin typeface="thmanyah sans"/>
                <a:ea typeface="thmanyah sans"/>
                <a:cs typeface="thmanyah sans"/>
              </a:defRPr>
            </a:pPr>
            <a:r>
              <a:rPr sz="975" b="0">
                <a:solidFill>
                  <a:srgbClr val="566072"/>
                </a:solidFill>
                <a:latin typeface="thmanyah sans"/>
                <a:ea typeface="thmanyah sans"/>
                <a:cs typeface="thmanyah sans"/>
              </a:rPr>
              <a:t>20</a:t>
            </a:r>
          </a:p>
        </p:txBody>
      </p:sp>
      <p:sp>
        <p:nvSpPr>
          <p:cNvPr id="4" name="">
            <a:extLst>
              <a:ext uri="{FF2B5EF4-FFF2-40B4-BE49-F238E27FC236}">
                <ns2:creationId id="{F184B1C0-A723-47D6-B183-818EBD3304D4}"/>
              </a:ext>
            </a:extLst>
          </p:cNvPr>
          <p:cNvSpPr>
            <a:spLocks noGrp="1"/>
          </p:cNvSpPr>
          <p:nvPr/>
        </p:nvSpPr>
        <p:spPr>
          <a:xfrm>
            <a:off x="8763000" y="6343650"/>
            <a:ext cx="2914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97680"/>
          </a:bodyPr>
          <a:lstStyle/>
          <a:p>
            <a:pPr algn="r" rtl="1">
              <a:lnSpc>
                <a:spcPct val="105000"/>
              </a:lnSpc>
              <a:buNone/>
              <a:defRPr sz="975" b="0" lang="ar-SA">
                <a:solidFill>
                  <a:srgbClr val="566072"/>
                </a:solidFill>
                <a:latin typeface="thmanyah sans"/>
                <a:ea typeface="thmanyah sans"/>
                <a:cs typeface="thmanyah sans"/>
              </a:defRPr>
            </a:pPr>
            <a:r>
              <a:rPr sz="975" b="0" lang="ar-SA">
                <a:solidFill>
                  <a:srgbClr val="566072"/>
                </a:solidFill>
                <a:latin typeface="thmanyah sans"/>
                <a:ea typeface="thmanyah sans"/>
                <a:cs typeface="thmanyah sans"/>
              </a:rPr>
              <a:t>دليل الهوية البصرية لجداول</a:t>
            </a:r>
          </a:p>
        </p:txBody>
      </p:sp>
      <p:sp>
        <p:nvSpPr>
          <p:cNvPr id="5" name="">
            <a:extLst>
              <a:ext uri="{FF2B5EF4-FFF2-40B4-BE49-F238E27FC236}">
                <ns2:creationId id="{31893DC1-7A1E-4F9C-BDC8-752E0005F45C}"/>
              </a:ext>
            </a:extLst>
          </p:cNvPr>
          <p:cNvSpPr>
            <a:spLocks noGrp="1"/>
          </p:cNvSpPr>
          <p:nvPr/>
        </p:nvSpPr>
        <p:spPr>
          <a:xfrm>
            <a:off x="5772150" y="1466850"/>
            <a:ext cx="5905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r" rtl="1">
              <a:lnSpc>
                <a:spcPct val="105000"/>
              </a:lnSpc>
              <a:buNone/>
              <a:defRPr sz="2250" b="1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defRPr>
            </a:pPr>
            <a:r>
              <a:rPr sz="2250" b="1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rPr>
              <a:t>وظيفية، بسيطة، ومتجانسة مع وزن الخط</a:t>
            </a:r>
          </a:p>
        </p:txBody>
      </p:sp>
      <p:sp>
        <p:nvSpPr>
          <p:cNvPr id="6" name="">
            <a:extLst>
              <a:ext uri="{FF2B5EF4-FFF2-40B4-BE49-F238E27FC236}">
                <ns2:creationId id="{441E5676-8F78-4AC3-A411-D3E56F9651CE}"/>
              </a:ext>
            </a:extLst>
          </p:cNvPr>
          <p:cNvSpPr>
            <a:spLocks noGrp="1"/>
          </p:cNvSpPr>
          <p:nvPr/>
        </p:nvSpPr>
        <p:spPr>
          <a:xfrm>
            <a:off x="6324600" y="2381250"/>
            <a:ext cx="5353050" cy="21907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38100" anchor="t" rtlCol="1">
            <a:normAutofit fontScale="100000"/>
          </a:bodyPr>
          <a:lstStyle/>
          <a:p>
            <a:pPr marL="279400" indent="-152400" algn="r" rtl="1">
              <a:lnSpc>
                <a:spcPct val="108000"/>
              </a:lnSpc>
              <a:spcAft>
                <a:spcPts val="500"/>
              </a:spcAft>
              <a:buNone/>
              <a:defRPr sz="1575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defRPr>
            </a:pPr>
            <a:r>
              <a:rPr sz="1575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rPr>
              <a:t>زوايا مدروسة تجمع الاستقامة والانحناء.</a:t>
            </a:r>
          </a:p>
          <a:p>
            <a:pPr marL="279400" indent="-152400" algn="r" rtl="1">
              <a:lnSpc>
                <a:spcPct val="108000"/>
              </a:lnSpc>
              <a:spcAft>
                <a:spcPts val="500"/>
              </a:spcAft>
              <a:buNone/>
              <a:defRPr sz="1575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defRPr>
            </a:pPr>
            <a:r>
              <a:rPr sz="1575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rPr>
              <a:t>سُمك موحد داخل المجموعة الواحدة.</a:t>
            </a:r>
          </a:p>
          <a:p>
            <a:pPr marL="279400" indent="-152400" algn="r" rtl="1">
              <a:lnSpc>
                <a:spcPct val="108000"/>
              </a:lnSpc>
              <a:spcAft>
                <a:spcPts val="500"/>
              </a:spcAft>
              <a:buNone/>
              <a:defRPr sz="1575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defRPr>
            </a:pPr>
            <a:r>
              <a:rPr sz="1575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rPr>
              <a:t>أشكال مفهومة دون استعارات تقنية مستهلكة.</a:t>
            </a:r>
          </a:p>
          <a:p>
            <a:pPr marL="279400" indent="-152400" algn="r" rtl="1">
              <a:lnSpc>
                <a:spcPct val="108000"/>
              </a:lnSpc>
              <a:spcAft>
                <a:spcPts val="500"/>
              </a:spcAft>
              <a:buNone/>
              <a:defRPr sz="1575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defRPr>
            </a:pPr>
            <a:r>
              <a:rPr sz="1575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rPr>
              <a:t>نسخة ممتلئة للحالات النشطة وخطية للحالات العادية.</a:t>
            </a:r>
          </a:p>
          <a:p>
            <a:pPr marL="279400" indent="-152400" algn="r" rtl="1">
              <a:lnSpc>
                <a:spcPct val="108000"/>
              </a:lnSpc>
              <a:spcAft>
                <a:spcPts val="500"/>
              </a:spcAft>
              <a:buNone/>
              <a:defRPr sz="1575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defRPr>
            </a:pPr>
            <a:r>
              <a:rPr sz="1575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rPr>
              <a:t>رمز المربعات الخمس ليس أيقونة تطبيق مستقلة.</a:t>
            </a:r>
          </a:p>
        </p:txBody>
      </p:sp>
      <p:sp>
        <p:nvSpPr>
          <p:cNvPr id="7" name="">
            <a:extLst>
              <a:ext uri="{FF2B5EF4-FFF2-40B4-BE49-F238E27FC236}">
                <ns2:creationId id="{264B9B63-16AA-440C-98C7-6D57C4856FF0}"/>
              </a:ext>
            </a:extLst>
          </p:cNvPr>
          <p:cNvSpPr>
            <a:spLocks noGrp="1"/>
          </p:cNvSpPr>
          <p:nvPr/>
        </p:nvSpPr>
        <p:spPr>
          <a:xfrm>
            <a:off x="514350" y="1447800"/>
            <a:ext cx="4495800" cy="3943350"/>
          </a:xfrm>
          <a:prstGeom prst="roundRect">
            <a:avLst>
              <a:gd name="adj" fmla="val 6280"/>
            </a:avLst>
          </a:prstGeom>
          <a:solidFill>
            <a:srgbClr val="0B0F19"/>
          </a:solidFill>
          <a:ln w="0">
            <a:noFill/>
          </a:ln>
        </p:spPr>
      </p:sp>
      <p:sp>
        <p:nvSpPr>
          <p:cNvPr id="8" name="">
            <a:extLst>
              <a:ext uri="{FF2B5EF4-FFF2-40B4-BE49-F238E27FC236}">
                <ns2:creationId id="{16D2D7B2-9EE2-4013-A104-8859AA554034}"/>
              </a:ext>
            </a:extLst>
          </p:cNvPr>
          <p:cNvSpPr>
            <a:spLocks noGrp="1"/>
          </p:cNvSpPr>
          <p:nvPr/>
        </p:nvSpPr>
        <p:spPr>
          <a:xfrm>
            <a:off x="990600" y="2095500"/>
            <a:ext cx="666750" cy="666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0">
            <a:noFill/>
          </a:ln>
        </p:spPr>
      </p:sp>
      <p:pic>
        <p:nvPicPr>
          <p:cNvPr id="33" name=""/>
          <p:cNvPicPr>
            <a:picLocks noChangeAspect="1"/>
          </p:cNvPicPr>
          <p:nvPr/>
        </p:nvPicPr>
        <p:blipFill>
          <a:blip r:embed="R323a934578a54768"/>
          <a:stretch/>
        </p:blipFill>
        <p:spPr>
          <a:xfrm>
            <a:off x="1162050" y="2278041"/>
            <a:ext cx="323850" cy="301668"/>
          </a:xfrm>
          <a:prstGeom prst="rect">
            <a:avLst/>
          </a:prstGeom>
        </p:spPr>
      </p:pic>
      <p:sp>
        <p:nvSpPr>
          <p:cNvPr id="10" name="">
            <a:extLst>
              <a:ext uri="{FF2B5EF4-FFF2-40B4-BE49-F238E27FC236}">
                <ns2:creationId id="{CB1BB592-FD21-4AEB-ACE5-26A5FE14B969}"/>
              </a:ext>
            </a:extLst>
          </p:cNvPr>
          <p:cNvSpPr>
            <a:spLocks noGrp="1"/>
          </p:cNvSpPr>
          <p:nvPr/>
        </p:nvSpPr>
        <p:spPr>
          <a:xfrm>
            <a:off x="990600" y="3238500"/>
            <a:ext cx="666750" cy="666750"/>
          </a:xfrm>
          <a:prstGeom prst="roundRect">
            <a:avLst>
              <a:gd name="adj" fmla="val 20000"/>
            </a:avLst>
          </a:prstGeom>
          <a:solidFill>
            <a:srgbClr val="FFFFFF">
              <a:alpha val="9412"/>
            </a:srgbClr>
          </a:solidFill>
          <a:ln w="0">
            <a:noFill/>
          </a:ln>
        </p:spPr>
      </p:sp>
      <p:pic>
        <p:nvPicPr>
          <p:cNvPr id="35" name=""/>
          <p:cNvPicPr>
            <a:picLocks noChangeAspect="1"/>
          </p:cNvPicPr>
          <p:nvPr/>
        </p:nvPicPr>
        <p:blipFill>
          <a:blip r:embed="R44d97e4f29f94433"/>
          <a:stretch/>
        </p:blipFill>
        <p:spPr>
          <a:xfrm>
            <a:off x="1181100" y="3438786"/>
            <a:ext cx="285750" cy="266178"/>
          </a:xfrm>
          <a:prstGeom prst="rect">
            <a:avLst/>
          </a:prstGeom>
        </p:spPr>
      </p:pic>
      <p:sp>
        <p:nvSpPr>
          <p:cNvPr id="12" name="">
            <a:extLst>
              <a:ext uri="{FF2B5EF4-FFF2-40B4-BE49-F238E27FC236}">
                <ns2:creationId id="{182352C5-CC7C-4781-B763-1BA57167874D}"/>
              </a:ext>
            </a:extLst>
          </p:cNvPr>
          <p:cNvSpPr>
            <a:spLocks noGrp="1"/>
          </p:cNvSpPr>
          <p:nvPr/>
        </p:nvSpPr>
        <p:spPr>
          <a:xfrm>
            <a:off x="2076450" y="2095500"/>
            <a:ext cx="666750" cy="666750"/>
          </a:xfrm>
          <a:prstGeom prst="roundRect">
            <a:avLst>
              <a:gd name="adj" fmla="val 20000"/>
            </a:avLst>
          </a:prstGeom>
          <a:solidFill>
            <a:srgbClr val="0059FC"/>
          </a:solidFill>
          <a:ln w="0">
            <a:noFill/>
          </a:ln>
        </p:spPr>
      </p:sp>
      <p:pic>
        <p:nvPicPr>
          <p:cNvPr id="37" name=""/>
          <p:cNvPicPr>
            <a:picLocks noChangeAspect="1"/>
          </p:cNvPicPr>
          <p:nvPr/>
        </p:nvPicPr>
        <p:blipFill>
          <a:blip r:embed="R9e3ecdbc27874847"/>
          <a:stretch/>
        </p:blipFill>
        <p:spPr>
          <a:xfrm>
            <a:off x="2247900" y="2278041"/>
            <a:ext cx="323850" cy="301668"/>
          </a:xfrm>
          <a:prstGeom prst="rect">
            <a:avLst/>
          </a:prstGeom>
        </p:spPr>
      </p:pic>
      <p:sp>
        <p:nvSpPr>
          <p:cNvPr id="14" name="">
            <a:extLst>
              <a:ext uri="{FF2B5EF4-FFF2-40B4-BE49-F238E27FC236}">
                <ns2:creationId id="{EAAA9672-DD15-4240-BF55-F906F1269253}"/>
              </a:ext>
            </a:extLst>
          </p:cNvPr>
          <p:cNvSpPr>
            <a:spLocks noGrp="1"/>
          </p:cNvSpPr>
          <p:nvPr/>
        </p:nvSpPr>
        <p:spPr>
          <a:xfrm>
            <a:off x="2076450" y="3238500"/>
            <a:ext cx="666750" cy="666750"/>
          </a:xfrm>
          <a:prstGeom prst="roundRect">
            <a:avLst>
              <a:gd name="adj" fmla="val 20000"/>
            </a:avLst>
          </a:prstGeom>
          <a:solidFill>
            <a:srgbClr val="FFFFFF">
              <a:alpha val="9412"/>
            </a:srgbClr>
          </a:solidFill>
          <a:ln w="0">
            <a:noFill/>
          </a:ln>
        </p:spPr>
      </p:sp>
      <p:pic>
        <p:nvPicPr>
          <p:cNvPr id="39" name=""/>
          <p:cNvPicPr>
            <a:picLocks noChangeAspect="1"/>
          </p:cNvPicPr>
          <p:nvPr/>
        </p:nvPicPr>
        <p:blipFill>
          <a:blip r:embed="Rd67e0354f6cb441e"/>
          <a:stretch/>
        </p:blipFill>
        <p:spPr>
          <a:xfrm>
            <a:off x="2266950" y="3438786"/>
            <a:ext cx="285750" cy="266178"/>
          </a:xfrm>
          <a:prstGeom prst="rect">
            <a:avLst/>
          </a:prstGeom>
        </p:spPr>
      </p:pic>
      <p:sp>
        <p:nvSpPr>
          <p:cNvPr id="16" name="">
            <a:extLst>
              <a:ext uri="{FF2B5EF4-FFF2-40B4-BE49-F238E27FC236}">
                <ns2:creationId id="{A297201A-5028-4B39-BD60-B738ED21C008}"/>
              </a:ext>
            </a:extLst>
          </p:cNvPr>
          <p:cNvSpPr>
            <a:spLocks noGrp="1"/>
          </p:cNvSpPr>
          <p:nvPr/>
        </p:nvSpPr>
        <p:spPr>
          <a:xfrm>
            <a:off x="3162300" y="2095500"/>
            <a:ext cx="666750" cy="666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0">
            <a:noFill/>
          </a:ln>
        </p:spPr>
      </p:sp>
      <p:pic>
        <p:nvPicPr>
          <p:cNvPr id="41" name=""/>
          <p:cNvPicPr>
            <a:picLocks noChangeAspect="1"/>
          </p:cNvPicPr>
          <p:nvPr/>
        </p:nvPicPr>
        <p:blipFill>
          <a:blip r:embed="R753ea22977534d1e"/>
          <a:stretch/>
        </p:blipFill>
        <p:spPr>
          <a:xfrm>
            <a:off x="3333750" y="2278041"/>
            <a:ext cx="323850" cy="301668"/>
          </a:xfrm>
          <a:prstGeom prst="rect">
            <a:avLst/>
          </a:prstGeom>
        </p:spPr>
      </p:pic>
      <p:sp>
        <p:nvSpPr>
          <p:cNvPr id="18" name="">
            <a:extLst>
              <a:ext uri="{FF2B5EF4-FFF2-40B4-BE49-F238E27FC236}">
                <ns2:creationId id="{F1887374-7028-4023-A1E7-7F5A45BBB293}"/>
              </a:ext>
            </a:extLst>
          </p:cNvPr>
          <p:cNvSpPr>
            <a:spLocks noGrp="1"/>
          </p:cNvSpPr>
          <p:nvPr/>
        </p:nvSpPr>
        <p:spPr>
          <a:xfrm>
            <a:off x="3162300" y="3238500"/>
            <a:ext cx="666750" cy="666750"/>
          </a:xfrm>
          <a:prstGeom prst="roundRect">
            <a:avLst>
              <a:gd name="adj" fmla="val 20000"/>
            </a:avLst>
          </a:prstGeom>
          <a:solidFill>
            <a:srgbClr val="E6EEFF"/>
          </a:solidFill>
          <a:ln w="0">
            <a:noFill/>
          </a:ln>
        </p:spPr>
      </p:sp>
      <p:pic>
        <p:nvPicPr>
          <p:cNvPr id="43" name=""/>
          <p:cNvPicPr>
            <a:picLocks noChangeAspect="1"/>
          </p:cNvPicPr>
          <p:nvPr/>
        </p:nvPicPr>
        <p:blipFill>
          <a:blip r:embed="R2ccbfcc714de4693"/>
          <a:stretch/>
        </p:blipFill>
        <p:spPr>
          <a:xfrm>
            <a:off x="3352800" y="3438786"/>
            <a:ext cx="285750" cy="266178"/>
          </a:xfrm>
          <a:prstGeom prst="rect">
            <a:avLst/>
          </a:prstGeom>
        </p:spPr>
      </p:pic>
      <p:sp>
        <p:nvSpPr>
          <p:cNvPr id="20" name="">
            <a:extLst>
              <a:ext uri="{FF2B5EF4-FFF2-40B4-BE49-F238E27FC236}">
                <ns2:creationId id="{74D285A8-0418-4656-800C-88BE9ADE9B4B}"/>
              </a:ext>
            </a:extLst>
          </p:cNvPr>
          <p:cNvSpPr>
            <a:spLocks noGrp="1"/>
          </p:cNvSpPr>
          <p:nvPr/>
        </p:nvSpPr>
        <p:spPr>
          <a:xfrm>
            <a:off x="4248150" y="2095500"/>
            <a:ext cx="666750" cy="666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0">
            <a:noFill/>
          </a:ln>
        </p:spPr>
      </p:sp>
      <p:pic>
        <p:nvPicPr>
          <p:cNvPr id="45" name=""/>
          <p:cNvPicPr>
            <a:picLocks noChangeAspect="1"/>
          </p:cNvPicPr>
          <p:nvPr/>
        </p:nvPicPr>
        <p:blipFill>
          <a:blip r:embed="R2ed773d063da45fe"/>
          <a:stretch/>
        </p:blipFill>
        <p:spPr>
          <a:xfrm>
            <a:off x="4419600" y="2278041"/>
            <a:ext cx="323850" cy="301668"/>
          </a:xfrm>
          <a:prstGeom prst="rect">
            <a:avLst/>
          </a:prstGeom>
        </p:spPr>
      </p:pic>
      <p:sp>
        <p:nvSpPr>
          <p:cNvPr id="22" name="">
            <a:extLst>
              <a:ext uri="{FF2B5EF4-FFF2-40B4-BE49-F238E27FC236}">
                <ns2:creationId id="{CBB9F256-AE0F-4EA1-A927-9305CD6A40B6}"/>
              </a:ext>
            </a:extLst>
          </p:cNvPr>
          <p:cNvSpPr>
            <a:spLocks noGrp="1"/>
          </p:cNvSpPr>
          <p:nvPr/>
        </p:nvSpPr>
        <p:spPr>
          <a:xfrm>
            <a:off x="4248150" y="3238500"/>
            <a:ext cx="666750" cy="666750"/>
          </a:xfrm>
          <a:prstGeom prst="roundRect">
            <a:avLst>
              <a:gd name="adj" fmla="val 20000"/>
            </a:avLst>
          </a:prstGeom>
          <a:solidFill>
            <a:srgbClr val="FFFFFF">
              <a:alpha val="9412"/>
            </a:srgbClr>
          </a:solidFill>
          <a:ln w="0">
            <a:noFill/>
          </a:ln>
        </p:spPr>
      </p:sp>
      <p:pic>
        <p:nvPicPr>
          <p:cNvPr id="47" name=""/>
          <p:cNvPicPr>
            <a:picLocks noChangeAspect="1"/>
          </p:cNvPicPr>
          <p:nvPr/>
        </p:nvPicPr>
        <p:blipFill>
          <a:blip r:embed="R8b532792ea204a5d"/>
          <a:stretch/>
        </p:blipFill>
        <p:spPr>
          <a:xfrm>
            <a:off x="4438650" y="3438786"/>
            <a:ext cx="285750" cy="266178"/>
          </a:xfrm>
          <a:prstGeom prst="rect">
            <a:avLst/>
          </a:prstGeom>
        </p:spPr>
      </p:pic>
      <p:sp>
        <p:nvSpPr>
          <p:cNvPr id="24" name="">
            <a:extLst>
              <a:ext uri="{FF2B5EF4-FFF2-40B4-BE49-F238E27FC236}">
                <ns2:creationId id="{D888B01E-099E-4754-A06D-90D1987E5CFF}"/>
              </a:ext>
            </a:extLst>
          </p:cNvPr>
          <p:cNvSpPr>
            <a:spLocks noGrp="1"/>
          </p:cNvSpPr>
          <p:nvPr/>
        </p:nvSpPr>
        <p:spPr>
          <a:xfrm>
            <a:off x="6324600" y="4895850"/>
            <a:ext cx="53530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r" rtl="1">
              <a:lnSpc>
                <a:spcPct val="105000"/>
              </a:lnSpc>
              <a:buNone/>
              <a:defRPr sz="1350" b="0" lang="ar-SA">
                <a:solidFill>
                  <a:srgbClr val="566072"/>
                </a:solidFill>
                <a:latin typeface="thmanyah sans"/>
                <a:ea typeface="thmanyah sans"/>
                <a:cs typeface="thmanyah sans"/>
              </a:defRPr>
            </a:pPr>
            <a:r>
              <a:rPr sz="1350" b="0" lang="ar-SA">
                <a:solidFill>
                  <a:srgbClr val="566072"/>
                </a:solidFill>
                <a:latin typeface="thmanyah sans"/>
                <a:ea typeface="thmanyah sans"/>
                <a:cs typeface="thmanyah sans"/>
              </a:rPr>
              <a:t>هذه أمثلة على الوزن والإيقاع، وليست مكتبة أيقونات نهائية.</a:t>
            </a:r>
          </a:p>
        </p:txBody>
      </p:sp>
    </p:spTree>
    <p:extLst>
      <p:ext uri="{BB962C8B-B14F-4D97-AF65-F5344CB8AC3E}">
        <p14:creationId val="257189217"/>
      </p:ext>
    </p:extLst>
  </p:cSld>
</p:sld>
</file>

<file path=ppt/slides/slide21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1" name="">
            <a:extLst>
              <a:ext uri="{FF2B5EF4-FFF2-40B4-BE49-F238E27FC236}">
                <ns2:creationId id="{79BCD0FF-E13A-4250-BCE5-11869E40F80C}"/>
              </a:ext>
            </a:extLst>
          </p:cNvPr>
          <p:cNvSpPr>
            <a:spLocks noGrp="1"/>
          </p:cNvSpPr>
          <p:nvPr/>
        </p:nvSpPr>
        <p:spPr>
          <a:xfrm>
            <a:off x="6286500" y="400050"/>
            <a:ext cx="53911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r" rtl="1">
              <a:lnSpc>
                <a:spcPct val="105000"/>
              </a:lnSpc>
              <a:buNone/>
              <a:defRPr sz="2625" b="1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defRPr>
            </a:pPr>
            <a:r>
              <a:rPr sz="2625" b="1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rPr>
              <a:t>البيانات والمخططات</a:t>
            </a:r>
          </a:p>
        </p:txBody>
      </p:sp>
      <p:sp>
        <p:nvSpPr>
          <p:cNvPr id="2" name="">
            <a:extLst>
              <a:ext uri="{FF2B5EF4-FFF2-40B4-BE49-F238E27FC236}">
                <ns2:creationId id="{D5F5BFF7-3B4A-4950-9486-7B12A9D22BA3}"/>
              </a:ext>
            </a:extLst>
          </p:cNvPr>
          <p:cNvSpPr>
            <a:spLocks noGrp="1"/>
          </p:cNvSpPr>
          <p:nvPr/>
        </p:nvSpPr>
        <p:spPr>
          <a:xfrm>
            <a:off x="514350" y="1143000"/>
            <a:ext cx="11163300" cy="0"/>
          </a:xfrm>
          <a:prstGeom prst="line">
            <a:avLst/>
          </a:prstGeom>
          <a:noFill/>
          <a:ln w="9525">
            <a:solidFill>
              <a:srgbClr val="D9DEE8"/>
            </a:solidFill>
            <a:prstDash val="solid"/>
          </a:ln>
        </p:spPr>
      </p:sp>
      <p:sp>
        <p:nvSpPr>
          <p:cNvPr id="3" name="">
            <a:extLst>
              <a:ext uri="{FF2B5EF4-FFF2-40B4-BE49-F238E27FC236}">
                <ns2:creationId id="{6E405BBE-D227-47AF-9803-91D5792B7654}"/>
              </a:ext>
            </a:extLst>
          </p:cNvPr>
          <p:cNvSpPr>
            <a:spLocks noGrp="1"/>
          </p:cNvSpPr>
          <p:nvPr/>
        </p:nvSpPr>
        <p:spPr>
          <a:xfrm>
            <a:off x="514350" y="6343650"/>
            <a:ext cx="5238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rmAutofit fontScale="97680"/>
          </a:bodyPr>
          <a:lstStyle/>
          <a:p>
            <a:pPr algn="l">
              <a:lnSpc>
                <a:spcPct val="105000"/>
              </a:lnSpc>
              <a:buNone/>
              <a:defRPr sz="975" b="0">
                <a:solidFill>
                  <a:srgbClr val="566072"/>
                </a:solidFill>
                <a:latin typeface="thmanyah sans"/>
                <a:ea typeface="thmanyah sans"/>
                <a:cs typeface="thmanyah sans"/>
              </a:defRPr>
            </a:pPr>
            <a:r>
              <a:rPr sz="975" b="0">
                <a:solidFill>
                  <a:srgbClr val="566072"/>
                </a:solidFill>
                <a:latin typeface="thmanyah sans"/>
                <a:ea typeface="thmanyah sans"/>
                <a:cs typeface="thmanyah sans"/>
              </a:rPr>
              <a:t>21</a:t>
            </a:r>
          </a:p>
        </p:txBody>
      </p:sp>
      <p:sp>
        <p:nvSpPr>
          <p:cNvPr id="4" name="">
            <a:extLst>
              <a:ext uri="{FF2B5EF4-FFF2-40B4-BE49-F238E27FC236}">
                <ns2:creationId id="{622179C6-6F62-4B13-93E9-40C8D34855D5}"/>
              </a:ext>
            </a:extLst>
          </p:cNvPr>
          <p:cNvSpPr>
            <a:spLocks noGrp="1"/>
          </p:cNvSpPr>
          <p:nvPr/>
        </p:nvSpPr>
        <p:spPr>
          <a:xfrm>
            <a:off x="8763000" y="6343650"/>
            <a:ext cx="2914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97680"/>
          </a:bodyPr>
          <a:lstStyle/>
          <a:p>
            <a:pPr algn="r" rtl="1">
              <a:lnSpc>
                <a:spcPct val="105000"/>
              </a:lnSpc>
              <a:buNone/>
              <a:defRPr sz="975" b="0" lang="ar-SA">
                <a:solidFill>
                  <a:srgbClr val="566072"/>
                </a:solidFill>
                <a:latin typeface="thmanyah sans"/>
                <a:ea typeface="thmanyah sans"/>
                <a:cs typeface="thmanyah sans"/>
              </a:defRPr>
            </a:pPr>
            <a:r>
              <a:rPr sz="975" b="0" lang="ar-SA">
                <a:solidFill>
                  <a:srgbClr val="566072"/>
                </a:solidFill>
                <a:latin typeface="thmanyah sans"/>
                <a:ea typeface="thmanyah sans"/>
                <a:cs typeface="thmanyah sans"/>
              </a:rPr>
              <a:t>دليل الهوية البصرية لجداول</a:t>
            </a:r>
          </a:p>
        </p:txBody>
      </p:sp>
      <p:sp>
        <p:nvSpPr>
          <p:cNvPr id="5" name="">
            <a:extLst>
              <a:ext uri="{FF2B5EF4-FFF2-40B4-BE49-F238E27FC236}">
                <ns2:creationId id="{422177CA-4796-4419-A495-6CE9BAC4E7D7}"/>
              </a:ext>
            </a:extLst>
          </p:cNvPr>
          <p:cNvSpPr>
            <a:spLocks noGrp="1"/>
          </p:cNvSpPr>
          <p:nvPr/>
        </p:nvSpPr>
        <p:spPr>
          <a:xfrm>
            <a:off x="514350" y="1466850"/>
            <a:ext cx="7124700" cy="4095750"/>
          </a:xfrm>
          <a:prstGeom prst="roundRect">
            <a:avLst>
              <a:gd name="adj" fmla="val 4651"/>
            </a:avLst>
          </a:prstGeom>
          <a:solidFill>
            <a:srgbClr val="F6F7FB"/>
          </a:solidFill>
          <a:ln w="0">
            <a:noFill/>
          </a:ln>
        </p:spPr>
      </p:sp>
      <p:sp>
        <p:nvSpPr>
          <p:cNvPr id="6" name="">
            <a:extLst>
              <a:ext uri="{FF2B5EF4-FFF2-40B4-BE49-F238E27FC236}">
                <ns2:creationId id="{268E93F0-30C5-4777-BE48-C5B3CDF15A79}"/>
              </a:ext>
            </a:extLst>
          </p:cNvPr>
          <p:cNvSpPr>
            <a:spLocks noGrp="1"/>
          </p:cNvSpPr>
          <p:nvPr/>
        </p:nvSpPr>
        <p:spPr>
          <a:xfrm>
            <a:off x="1028700" y="4895850"/>
            <a:ext cx="6000750" cy="0"/>
          </a:xfrm>
          <a:prstGeom prst="line">
            <a:avLst/>
          </a:prstGeom>
          <a:noFill/>
          <a:ln w="9525">
            <a:solidFill>
              <a:srgbClr val="566072"/>
            </a:solidFill>
            <a:prstDash val="solid"/>
          </a:ln>
        </p:spPr>
      </p:sp>
      <p:sp>
        <p:nvSpPr>
          <p:cNvPr id="7" name="">
            <a:extLst>
              <a:ext uri="{FF2B5EF4-FFF2-40B4-BE49-F238E27FC236}">
                <ns2:creationId id="{1772CB73-8C77-490E-86F0-EBF19E509FC1}"/>
              </a:ext>
            </a:extLst>
          </p:cNvPr>
          <p:cNvSpPr>
            <a:spLocks noGrp="1"/>
          </p:cNvSpPr>
          <p:nvPr/>
        </p:nvSpPr>
        <p:spPr>
          <a:xfrm>
            <a:off x="1238250" y="3676650"/>
            <a:ext cx="609600" cy="1219200"/>
          </a:xfrm>
          <a:prstGeom prst="roundRect">
            <a:avLst>
              <a:gd name="adj" fmla="val 9375"/>
            </a:avLst>
          </a:prstGeom>
          <a:solidFill>
            <a:srgbClr val="E6EEFF"/>
          </a:solidFill>
          <a:ln w="0">
            <a:noFill/>
          </a:ln>
        </p:spPr>
      </p:sp>
      <p:sp>
        <p:nvSpPr>
          <p:cNvPr id="8" name="">
            <a:extLst>
              <a:ext uri="{FF2B5EF4-FFF2-40B4-BE49-F238E27FC236}">
                <ns2:creationId id="{E07BEA9D-2A25-413B-80D0-1F4C579422AA}"/>
              </a:ext>
            </a:extLst>
          </p:cNvPr>
          <p:cNvSpPr>
            <a:spLocks noGrp="1"/>
          </p:cNvSpPr>
          <p:nvPr/>
        </p:nvSpPr>
        <p:spPr>
          <a:xfrm>
            <a:off x="1066800" y="5029200"/>
            <a:ext cx="952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ctr" rtl="1">
              <a:lnSpc>
                <a:spcPct val="105000"/>
              </a:lnSpc>
              <a:buNone/>
              <a:defRPr sz="1050" b="0" lang="ar-SA">
                <a:solidFill>
                  <a:srgbClr val="566072"/>
                </a:solidFill>
                <a:latin typeface="thmanyah sans"/>
                <a:ea typeface="thmanyah sans"/>
                <a:cs typeface="thmanyah sans"/>
              </a:defRPr>
            </a:pPr>
            <a:r>
              <a:rPr sz="1050" b="0" lang="ar-SA">
                <a:solidFill>
                  <a:srgbClr val="566072"/>
                </a:solidFill>
                <a:latin typeface="thmanyah sans"/>
                <a:ea typeface="thmanyah sans"/>
                <a:cs typeface="thmanyah sans"/>
              </a:rPr>
              <a:t>يناير</a:t>
            </a:r>
          </a:p>
        </p:txBody>
      </p:sp>
      <p:sp>
        <p:nvSpPr>
          <p:cNvPr id="9" name="">
            <a:extLst>
              <a:ext uri="{FF2B5EF4-FFF2-40B4-BE49-F238E27FC236}">
                <ns2:creationId id="{2B1D4745-6DA2-47CA-AE61-0EB94C03D256}"/>
              </a:ext>
            </a:extLst>
          </p:cNvPr>
          <p:cNvSpPr>
            <a:spLocks noGrp="1"/>
          </p:cNvSpPr>
          <p:nvPr/>
        </p:nvSpPr>
        <p:spPr>
          <a:xfrm>
            <a:off x="2343150" y="2838450"/>
            <a:ext cx="609600" cy="2057400"/>
          </a:xfrm>
          <a:prstGeom prst="roundRect">
            <a:avLst>
              <a:gd name="adj" fmla="val 9375"/>
            </a:avLst>
          </a:prstGeom>
          <a:solidFill>
            <a:srgbClr val="E6EEFF"/>
          </a:solidFill>
          <a:ln w="0">
            <a:noFill/>
          </a:ln>
        </p:spPr>
      </p:sp>
      <p:sp>
        <p:nvSpPr>
          <p:cNvPr id="10" name="">
            <a:extLst>
              <a:ext uri="{FF2B5EF4-FFF2-40B4-BE49-F238E27FC236}">
                <ns2:creationId id="{CBFEE2F3-AF4A-4997-99F4-3BD20ED0D979}"/>
              </a:ext>
            </a:extLst>
          </p:cNvPr>
          <p:cNvSpPr>
            <a:spLocks noGrp="1"/>
          </p:cNvSpPr>
          <p:nvPr/>
        </p:nvSpPr>
        <p:spPr>
          <a:xfrm>
            <a:off x="2171700" y="5029200"/>
            <a:ext cx="952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ctr" rtl="1">
              <a:lnSpc>
                <a:spcPct val="105000"/>
              </a:lnSpc>
              <a:buNone/>
              <a:defRPr sz="1050" b="0" lang="ar-SA">
                <a:solidFill>
                  <a:srgbClr val="566072"/>
                </a:solidFill>
                <a:latin typeface="thmanyah sans"/>
                <a:ea typeface="thmanyah sans"/>
                <a:cs typeface="thmanyah sans"/>
              </a:defRPr>
            </a:pPr>
            <a:r>
              <a:rPr sz="1050" b="0" lang="ar-SA">
                <a:solidFill>
                  <a:srgbClr val="566072"/>
                </a:solidFill>
                <a:latin typeface="thmanyah sans"/>
                <a:ea typeface="thmanyah sans"/>
                <a:cs typeface="thmanyah sans"/>
              </a:rPr>
              <a:t>فبراير</a:t>
            </a:r>
          </a:p>
        </p:txBody>
      </p:sp>
      <p:sp>
        <p:nvSpPr>
          <p:cNvPr id="11" name="">
            <a:extLst>
              <a:ext uri="{FF2B5EF4-FFF2-40B4-BE49-F238E27FC236}">
                <ns2:creationId id="{D9DDD910-1324-4603-B289-3A2B19C89904}"/>
              </a:ext>
            </a:extLst>
          </p:cNvPr>
          <p:cNvSpPr>
            <a:spLocks noGrp="1"/>
          </p:cNvSpPr>
          <p:nvPr/>
        </p:nvSpPr>
        <p:spPr>
          <a:xfrm>
            <a:off x="3448050" y="3238500"/>
            <a:ext cx="609600" cy="1657350"/>
          </a:xfrm>
          <a:prstGeom prst="roundRect">
            <a:avLst>
              <a:gd name="adj" fmla="val 9375"/>
            </a:avLst>
          </a:prstGeom>
          <a:solidFill>
            <a:srgbClr val="E6EEFF"/>
          </a:solidFill>
          <a:ln w="0">
            <a:noFill/>
          </a:ln>
        </p:spPr>
      </p:sp>
      <p:sp>
        <p:nvSpPr>
          <p:cNvPr id="12" name="">
            <a:extLst>
              <a:ext uri="{FF2B5EF4-FFF2-40B4-BE49-F238E27FC236}">
                <ns2:creationId id="{43C73D77-7C7A-4B1F-8E47-6B3E12DFB054}"/>
              </a:ext>
            </a:extLst>
          </p:cNvPr>
          <p:cNvSpPr>
            <a:spLocks noGrp="1"/>
          </p:cNvSpPr>
          <p:nvPr/>
        </p:nvSpPr>
        <p:spPr>
          <a:xfrm>
            <a:off x="3276600" y="5029200"/>
            <a:ext cx="952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ctr" rtl="1">
              <a:lnSpc>
                <a:spcPct val="105000"/>
              </a:lnSpc>
              <a:buNone/>
              <a:defRPr sz="1050" b="0" lang="ar-SA">
                <a:solidFill>
                  <a:srgbClr val="566072"/>
                </a:solidFill>
                <a:latin typeface="thmanyah sans"/>
                <a:ea typeface="thmanyah sans"/>
                <a:cs typeface="thmanyah sans"/>
              </a:defRPr>
            </a:pPr>
            <a:r>
              <a:rPr sz="1050" b="0" lang="ar-SA">
                <a:solidFill>
                  <a:srgbClr val="566072"/>
                </a:solidFill>
                <a:latin typeface="thmanyah sans"/>
                <a:ea typeface="thmanyah sans"/>
                <a:cs typeface="thmanyah sans"/>
              </a:rPr>
              <a:t>مارس</a:t>
            </a:r>
          </a:p>
        </p:txBody>
      </p:sp>
      <p:sp>
        <p:nvSpPr>
          <p:cNvPr id="13" name="">
            <a:extLst>
              <a:ext uri="{FF2B5EF4-FFF2-40B4-BE49-F238E27FC236}">
                <ns2:creationId id="{B724D754-BA24-43F5-AF9D-30D6EDF2AC33}"/>
              </a:ext>
            </a:extLst>
          </p:cNvPr>
          <p:cNvSpPr>
            <a:spLocks noGrp="1"/>
          </p:cNvSpPr>
          <p:nvPr/>
        </p:nvSpPr>
        <p:spPr>
          <a:xfrm>
            <a:off x="4552950" y="2019300"/>
            <a:ext cx="609600" cy="2876550"/>
          </a:xfrm>
          <a:prstGeom prst="roundRect">
            <a:avLst>
              <a:gd name="adj" fmla="val 9375"/>
            </a:avLst>
          </a:prstGeom>
          <a:solidFill>
            <a:srgbClr val="0059FC"/>
          </a:solidFill>
          <a:ln w="0">
            <a:noFill/>
          </a:ln>
        </p:spPr>
      </p:sp>
      <p:sp>
        <p:nvSpPr>
          <p:cNvPr id="14" name="">
            <a:extLst>
              <a:ext uri="{FF2B5EF4-FFF2-40B4-BE49-F238E27FC236}">
                <ns2:creationId id="{E4591277-6F95-4670-A930-470211B9FE57}"/>
              </a:ext>
            </a:extLst>
          </p:cNvPr>
          <p:cNvSpPr>
            <a:spLocks noGrp="1"/>
          </p:cNvSpPr>
          <p:nvPr/>
        </p:nvSpPr>
        <p:spPr>
          <a:xfrm>
            <a:off x="4381500" y="5029200"/>
            <a:ext cx="952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ctr" rtl="1">
              <a:lnSpc>
                <a:spcPct val="105000"/>
              </a:lnSpc>
              <a:buNone/>
              <a:defRPr sz="1050" b="0" lang="ar-SA">
                <a:solidFill>
                  <a:srgbClr val="566072"/>
                </a:solidFill>
                <a:latin typeface="thmanyah sans"/>
                <a:ea typeface="thmanyah sans"/>
                <a:cs typeface="thmanyah sans"/>
              </a:defRPr>
            </a:pPr>
            <a:r>
              <a:rPr sz="1050" b="0" lang="ar-SA">
                <a:solidFill>
                  <a:srgbClr val="566072"/>
                </a:solidFill>
                <a:latin typeface="thmanyah sans"/>
                <a:ea typeface="thmanyah sans"/>
                <a:cs typeface="thmanyah sans"/>
              </a:rPr>
              <a:t>أبريل</a:t>
            </a:r>
          </a:p>
        </p:txBody>
      </p:sp>
      <p:sp>
        <p:nvSpPr>
          <p:cNvPr id="15" name="">
            <a:extLst>
              <a:ext uri="{FF2B5EF4-FFF2-40B4-BE49-F238E27FC236}">
                <ns2:creationId id="{4E1E833B-B218-40F1-A427-B3F31897819F}"/>
              </a:ext>
            </a:extLst>
          </p:cNvPr>
          <p:cNvSpPr>
            <a:spLocks noGrp="1"/>
          </p:cNvSpPr>
          <p:nvPr/>
        </p:nvSpPr>
        <p:spPr>
          <a:xfrm>
            <a:off x="5657850" y="2552700"/>
            <a:ext cx="609600" cy="2343150"/>
          </a:xfrm>
          <a:prstGeom prst="roundRect">
            <a:avLst>
              <a:gd name="adj" fmla="val 9375"/>
            </a:avLst>
          </a:prstGeom>
          <a:solidFill>
            <a:srgbClr val="E6EEFF"/>
          </a:solidFill>
          <a:ln w="0">
            <a:noFill/>
          </a:ln>
        </p:spPr>
      </p:sp>
      <p:sp>
        <p:nvSpPr>
          <p:cNvPr id="16" name="">
            <a:extLst>
              <a:ext uri="{FF2B5EF4-FFF2-40B4-BE49-F238E27FC236}">
                <ns2:creationId id="{6F9785DD-8025-462F-A15D-7E32F26AE17E}"/>
              </a:ext>
            </a:extLst>
          </p:cNvPr>
          <p:cNvSpPr>
            <a:spLocks noGrp="1"/>
          </p:cNvSpPr>
          <p:nvPr/>
        </p:nvSpPr>
        <p:spPr>
          <a:xfrm>
            <a:off x="5486400" y="5029200"/>
            <a:ext cx="952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ctr" rtl="1">
              <a:lnSpc>
                <a:spcPct val="105000"/>
              </a:lnSpc>
              <a:buNone/>
              <a:defRPr sz="1050" b="0" lang="ar-SA">
                <a:solidFill>
                  <a:srgbClr val="566072"/>
                </a:solidFill>
                <a:latin typeface="thmanyah sans"/>
                <a:ea typeface="thmanyah sans"/>
                <a:cs typeface="thmanyah sans"/>
              </a:defRPr>
            </a:pPr>
            <a:r>
              <a:rPr sz="1050" b="0" lang="ar-SA">
                <a:solidFill>
                  <a:srgbClr val="566072"/>
                </a:solidFill>
                <a:latin typeface="thmanyah sans"/>
                <a:ea typeface="thmanyah sans"/>
                <a:cs typeface="thmanyah sans"/>
              </a:rPr>
              <a:t>مايو</a:t>
            </a:r>
          </a:p>
        </p:txBody>
      </p:sp>
      <p:sp>
        <p:nvSpPr>
          <p:cNvPr id="17" name="">
            <a:extLst>
              <a:ext uri="{FF2B5EF4-FFF2-40B4-BE49-F238E27FC236}">
                <ns2:creationId id="{4B5F89E8-7AE0-4E0A-923E-71FA03C27FC6}"/>
              </a:ext>
            </a:extLst>
          </p:cNvPr>
          <p:cNvSpPr>
            <a:spLocks noGrp="1"/>
          </p:cNvSpPr>
          <p:nvPr/>
        </p:nvSpPr>
        <p:spPr>
          <a:xfrm>
            <a:off x="952500" y="1657350"/>
            <a:ext cx="2476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r" rtl="1">
              <a:lnSpc>
                <a:spcPct val="105000"/>
              </a:lnSpc>
              <a:buNone/>
              <a:defRPr sz="1650" b="1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defRPr>
            </a:pPr>
            <a:r>
              <a:rPr sz="1650" b="1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rPr>
              <a:t>حجم الطلبات</a:t>
            </a:r>
          </a:p>
        </p:txBody>
      </p:sp>
      <p:sp>
        <p:nvSpPr>
          <p:cNvPr id="18" name="">
            <a:extLst>
              <a:ext uri="{FF2B5EF4-FFF2-40B4-BE49-F238E27FC236}">
                <ns2:creationId id="{FF22A273-0A50-4704-BE87-74CFE05833A9}"/>
              </a:ext>
            </a:extLst>
          </p:cNvPr>
          <p:cNvSpPr>
            <a:spLocks noGrp="1"/>
          </p:cNvSpPr>
          <p:nvPr/>
        </p:nvSpPr>
        <p:spPr>
          <a:xfrm>
            <a:off x="952500" y="2076450"/>
            <a:ext cx="2476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r" rtl="1">
              <a:lnSpc>
                <a:spcPct val="105000"/>
              </a:lnSpc>
              <a:buNone/>
              <a:defRPr sz="1050" b="0" lang="ar-SA">
                <a:solidFill>
                  <a:srgbClr val="566072"/>
                </a:solidFill>
                <a:latin typeface="thmanyah sans"/>
                <a:ea typeface="thmanyah sans"/>
                <a:cs typeface="thmanyah sans"/>
              </a:defRPr>
            </a:pPr>
            <a:r>
              <a:rPr sz="1050" b="0" lang="ar-SA">
                <a:solidFill>
                  <a:srgbClr val="566072"/>
                </a:solidFill>
                <a:latin typeface="thmanyah sans"/>
                <a:ea typeface="thmanyah sans"/>
                <a:cs typeface="thmanyah sans"/>
              </a:rPr>
              <a:t>رقم توضيحي</a:t>
            </a:r>
          </a:p>
        </p:txBody>
      </p:sp>
      <p:sp>
        <p:nvSpPr>
          <p:cNvPr id="19" name="">
            <a:extLst>
              <a:ext uri="{FF2B5EF4-FFF2-40B4-BE49-F238E27FC236}">
                <ns2:creationId id="{ADCEED87-D719-49D4-8669-3BA630F44AEC}"/>
              </a:ext>
            </a:extLst>
          </p:cNvPr>
          <p:cNvSpPr>
            <a:spLocks noGrp="1"/>
          </p:cNvSpPr>
          <p:nvPr/>
        </p:nvSpPr>
        <p:spPr>
          <a:xfrm>
            <a:off x="8172450" y="1695450"/>
            <a:ext cx="3505200" cy="228600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38100" anchor="t" rtlCol="1">
            <a:normAutofit fontScale="100000"/>
          </a:bodyPr>
          <a:lstStyle/>
          <a:p>
            <a:pPr marL="279400" indent="-152400" algn="r" rtl="1">
              <a:lnSpc>
                <a:spcPct val="108000"/>
              </a:lnSpc>
              <a:spcAft>
                <a:spcPts val="500"/>
              </a:spcAft>
              <a:buNone/>
              <a:defRPr sz="1500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defRPr>
            </a:pPr>
            <a:r>
              <a:rPr sz="1500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rPr>
              <a:t>استخدم الأزرق لإبراز سلسلة أو قيمة واحدة.</a:t>
            </a:r>
          </a:p>
          <a:p>
            <a:pPr marL="279400" indent="-152400" algn="r" rtl="1">
              <a:lnSpc>
                <a:spcPct val="108000"/>
              </a:lnSpc>
              <a:spcAft>
                <a:spcPts val="500"/>
              </a:spcAft>
              <a:buNone/>
              <a:defRPr sz="1500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defRPr>
            </a:pPr>
            <a:r>
              <a:rPr sz="1500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rPr>
              <a:t>لا تعتمد على اللون وحده لتمييز الحالات.</a:t>
            </a:r>
          </a:p>
          <a:p>
            <a:pPr marL="279400" indent="-152400" algn="r" rtl="1">
              <a:lnSpc>
                <a:spcPct val="108000"/>
              </a:lnSpc>
              <a:spcAft>
                <a:spcPts val="500"/>
              </a:spcAft>
              <a:buNone/>
              <a:defRPr sz="1500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defRPr>
            </a:pPr>
            <a:r>
              <a:rPr sz="1500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rPr>
              <a:t>اكتب الوحدات والمصادر بوضوح.</a:t>
            </a:r>
          </a:p>
          <a:p>
            <a:pPr marL="279400" indent="-152400" algn="r" rtl="1">
              <a:lnSpc>
                <a:spcPct val="108000"/>
              </a:lnSpc>
              <a:spcAft>
                <a:spcPts val="500"/>
              </a:spcAft>
              <a:buNone/>
              <a:defRPr sz="1500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defRPr>
            </a:pPr>
            <a:r>
              <a:rPr sz="1500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rPr>
              <a:t>تجنب الزخرفة والمؤثرات ثلاثية الأبعاد.</a:t>
            </a:r>
          </a:p>
        </p:txBody>
      </p:sp>
      <p:sp>
        <p:nvSpPr>
          <p:cNvPr id="20" name="">
            <a:extLst>
              <a:ext uri="{FF2B5EF4-FFF2-40B4-BE49-F238E27FC236}">
                <ns2:creationId id="{8A19A26A-5FDF-49A2-95D7-79D338E2D7E6}"/>
              </a:ext>
            </a:extLst>
          </p:cNvPr>
          <p:cNvSpPr>
            <a:spLocks noGrp="1"/>
          </p:cNvSpPr>
          <p:nvPr/>
        </p:nvSpPr>
        <p:spPr>
          <a:xfrm>
            <a:off x="8172450" y="4667250"/>
            <a:ext cx="35052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r" rtl="1">
              <a:lnSpc>
                <a:spcPct val="105000"/>
              </a:lnSpc>
              <a:buNone/>
              <a:defRPr sz="1275" b="0" lang="ar-SA">
                <a:solidFill>
                  <a:srgbClr val="566072"/>
                </a:solidFill>
                <a:latin typeface="thmanyah sans"/>
                <a:ea typeface="thmanyah sans"/>
                <a:cs typeface="thmanyah sans"/>
              </a:defRPr>
            </a:pPr>
            <a:r>
              <a:rPr sz="1275" b="0" lang="ar-SA">
                <a:solidFill>
                  <a:srgbClr val="566072"/>
                </a:solidFill>
                <a:latin typeface="thmanyah sans"/>
                <a:ea typeface="thmanyah sans"/>
                <a:cs typeface="thmanyah sans"/>
              </a:rPr>
              <a:t>المخطط مثال بصري ولا يمثل بيانات تشغيلية حقيقية.</a:t>
            </a:r>
          </a:p>
        </p:txBody>
      </p:sp>
    </p:spTree>
    <p:extLst>
      <p:ext uri="{BB962C8B-B14F-4D97-AF65-F5344CB8AC3E}">
        <p14:creationId val="647600866"/>
      </p:ext>
    </p:extLst>
  </p:cSld>
</p:sld>
</file>

<file path=ppt/slides/slide22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6" name="">
            <a:extLst>
              <a:ext uri="{FF2B5EF4-FFF2-40B4-BE49-F238E27FC236}">
                <ns2:creationId id="{9DD83CE1-AFDC-4653-9706-460F1D7D665C}"/>
              </a:ext>
            </a:extLst>
          </p:cNvPr>
          <p:cNvSpPr>
            <a:spLocks noGrp="1"/>
          </p:cNvSpPr>
          <p:nvPr/>
        </p:nvSpPr>
        <p:spPr>
          <a:xfrm>
            <a:off x="6286500" y="400050"/>
            <a:ext cx="53911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r" rtl="1">
              <a:lnSpc>
                <a:spcPct val="105000"/>
              </a:lnSpc>
              <a:buNone/>
              <a:defRPr sz="2625" b="1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defRPr>
            </a:pPr>
            <a:r>
              <a:rPr sz="2625" b="1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rPr>
              <a:t>المنتج والموقع</a:t>
            </a:r>
          </a:p>
        </p:txBody>
      </p:sp>
      <p:sp>
        <p:nvSpPr>
          <p:cNvPr id="2" name="">
            <a:extLst>
              <a:ext uri="{FF2B5EF4-FFF2-40B4-BE49-F238E27FC236}">
                <ns2:creationId id="{1A5E6564-872E-4518-B6ED-582B802678FC}"/>
              </a:ext>
            </a:extLst>
          </p:cNvPr>
          <p:cNvSpPr>
            <a:spLocks noGrp="1"/>
          </p:cNvSpPr>
          <p:nvPr/>
        </p:nvSpPr>
        <p:spPr>
          <a:xfrm>
            <a:off x="514350" y="1143000"/>
            <a:ext cx="11163300" cy="0"/>
          </a:xfrm>
          <a:prstGeom prst="line">
            <a:avLst/>
          </a:prstGeom>
          <a:noFill/>
          <a:ln w="9525">
            <a:solidFill>
              <a:srgbClr val="D9DEE8"/>
            </a:solidFill>
            <a:prstDash val="solid"/>
          </a:ln>
        </p:spPr>
      </p:sp>
      <p:sp>
        <p:nvSpPr>
          <p:cNvPr id="3" name="">
            <a:extLst>
              <a:ext uri="{FF2B5EF4-FFF2-40B4-BE49-F238E27FC236}">
                <ns2:creationId id="{98398A53-09BE-44EE-A158-A8D5F292F5E5}"/>
              </a:ext>
            </a:extLst>
          </p:cNvPr>
          <p:cNvSpPr>
            <a:spLocks noGrp="1"/>
          </p:cNvSpPr>
          <p:nvPr/>
        </p:nvSpPr>
        <p:spPr>
          <a:xfrm>
            <a:off x="514350" y="6343650"/>
            <a:ext cx="5238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rmAutofit fontScale="97680"/>
          </a:bodyPr>
          <a:lstStyle/>
          <a:p>
            <a:pPr algn="l">
              <a:lnSpc>
                <a:spcPct val="105000"/>
              </a:lnSpc>
              <a:buNone/>
              <a:defRPr sz="975" b="0">
                <a:solidFill>
                  <a:srgbClr val="566072"/>
                </a:solidFill>
                <a:latin typeface="thmanyah sans"/>
                <a:ea typeface="thmanyah sans"/>
                <a:cs typeface="thmanyah sans"/>
              </a:defRPr>
            </a:pPr>
            <a:r>
              <a:rPr sz="975" b="0">
                <a:solidFill>
                  <a:srgbClr val="566072"/>
                </a:solidFill>
                <a:latin typeface="thmanyah sans"/>
                <a:ea typeface="thmanyah sans"/>
                <a:cs typeface="thmanyah sans"/>
              </a:rPr>
              <a:t>22</a:t>
            </a:r>
          </a:p>
        </p:txBody>
      </p:sp>
      <p:sp>
        <p:nvSpPr>
          <p:cNvPr id="4" name="">
            <a:extLst>
              <a:ext uri="{FF2B5EF4-FFF2-40B4-BE49-F238E27FC236}">
                <ns2:creationId id="{0D3435D9-B1FE-4240-B35E-234FFC5D8AF0}"/>
              </a:ext>
            </a:extLst>
          </p:cNvPr>
          <p:cNvSpPr>
            <a:spLocks noGrp="1"/>
          </p:cNvSpPr>
          <p:nvPr/>
        </p:nvSpPr>
        <p:spPr>
          <a:xfrm>
            <a:off x="8763000" y="6343650"/>
            <a:ext cx="2914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97680"/>
          </a:bodyPr>
          <a:lstStyle/>
          <a:p>
            <a:pPr algn="r" rtl="1">
              <a:lnSpc>
                <a:spcPct val="105000"/>
              </a:lnSpc>
              <a:buNone/>
              <a:defRPr sz="975" b="0" lang="ar-SA">
                <a:solidFill>
                  <a:srgbClr val="566072"/>
                </a:solidFill>
                <a:latin typeface="thmanyah sans"/>
                <a:ea typeface="thmanyah sans"/>
                <a:cs typeface="thmanyah sans"/>
              </a:defRPr>
            </a:pPr>
            <a:r>
              <a:rPr sz="975" b="0" lang="ar-SA">
                <a:solidFill>
                  <a:srgbClr val="566072"/>
                </a:solidFill>
                <a:latin typeface="thmanyah sans"/>
                <a:ea typeface="thmanyah sans"/>
                <a:cs typeface="thmanyah sans"/>
              </a:rPr>
              <a:t>دليل الهوية البصرية لجداول</a:t>
            </a:r>
          </a:p>
        </p:txBody>
      </p:sp>
      <p:sp>
        <p:nvSpPr>
          <p:cNvPr id="5" name="">
            <a:extLst>
              <a:ext uri="{FF2B5EF4-FFF2-40B4-BE49-F238E27FC236}">
                <ns2:creationId id="{34B3A26F-F62A-4C01-A067-BD15F0FE14C6}"/>
              </a:ext>
            </a:extLst>
          </p:cNvPr>
          <p:cNvSpPr>
            <a:spLocks noGrp="1"/>
          </p:cNvSpPr>
          <p:nvPr/>
        </p:nvSpPr>
        <p:spPr>
          <a:xfrm>
            <a:off x="514350" y="1447800"/>
            <a:ext cx="7239000" cy="4343400"/>
          </a:xfrm>
          <a:prstGeom prst="roundRect">
            <a:avLst>
              <a:gd name="adj" fmla="val 4825"/>
            </a:avLst>
          </a:prstGeom>
          <a:solidFill>
            <a:srgbClr val="FFFFFF"/>
          </a:solidFill>
          <a:ln w="9525">
            <a:solidFill>
              <a:srgbClr val="D9DEE8"/>
            </a:solidFill>
            <a:prstDash val="solid"/>
          </a:ln>
        </p:spPr>
      </p:sp>
      <p:sp>
        <p:nvSpPr>
          <p:cNvPr id="6" name="">
            <a:extLst>
              <a:ext uri="{FF2B5EF4-FFF2-40B4-BE49-F238E27FC236}">
                <ns2:creationId id="{8D369A2B-60E0-49D4-B702-183D7A117B49}"/>
              </a:ext>
            </a:extLst>
          </p:cNvPr>
          <p:cNvSpPr>
            <a:spLocks noGrp="1"/>
          </p:cNvSpPr>
          <p:nvPr/>
        </p:nvSpPr>
        <p:spPr>
          <a:xfrm>
            <a:off x="514350" y="1447800"/>
            <a:ext cx="7239000" cy="400050"/>
          </a:xfrm>
          <a:prstGeom prst="roundRect">
            <a:avLst>
              <a:gd name="adj" fmla="val 50000"/>
            </a:avLst>
          </a:prstGeom>
          <a:solidFill>
            <a:srgbClr val="0B0F19"/>
          </a:solidFill>
          <a:ln w="0">
            <a:noFill/>
          </a:ln>
        </p:spPr>
      </p:sp>
      <p:pic>
        <p:nvPicPr>
          <p:cNvPr id="32" name=""/>
          <p:cNvPicPr>
            <a:picLocks noChangeAspect="1"/>
          </p:cNvPicPr>
          <p:nvPr/>
        </p:nvPicPr>
        <p:blipFill>
          <a:blip r:embed="R4cae0cae874747ba"/>
          <a:stretch/>
        </p:blipFill>
        <p:spPr>
          <a:xfrm>
            <a:off x="5807121" y="1476375"/>
            <a:ext cx="1034957" cy="342900"/>
          </a:xfrm>
          <a:prstGeom prst="rect">
            <a:avLst/>
          </a:prstGeom>
        </p:spPr>
      </p:pic>
      <p:sp>
        <p:nvSpPr>
          <p:cNvPr id="8" name="">
            <a:extLst>
              <a:ext uri="{FF2B5EF4-FFF2-40B4-BE49-F238E27FC236}">
                <ns2:creationId id="{48BF509E-F469-4779-858A-91E9BF59C401}"/>
              </a:ext>
            </a:extLst>
          </p:cNvPr>
          <p:cNvSpPr>
            <a:spLocks noGrp="1"/>
          </p:cNvSpPr>
          <p:nvPr/>
        </p:nvSpPr>
        <p:spPr>
          <a:xfrm>
            <a:off x="514350" y="1847850"/>
            <a:ext cx="1524000" cy="3943350"/>
          </a:xfrm>
          <a:prstGeom prst="rect">
            <a:avLst/>
          </a:prstGeom>
          <a:solidFill>
            <a:srgbClr val="0B0F19"/>
          </a:solidFill>
          <a:ln w="0">
            <a:noFill/>
          </a:ln>
        </p:spPr>
      </p:sp>
      <p:sp>
        <p:nvSpPr>
          <p:cNvPr id="9" name="">
            <a:extLst>
              <a:ext uri="{FF2B5EF4-FFF2-40B4-BE49-F238E27FC236}">
                <ns2:creationId id="{8A6F74EE-0925-48F2-BB97-30892E834735}"/>
              </a:ext>
            </a:extLst>
          </p:cNvPr>
          <p:cNvSpPr>
            <a:spLocks noGrp="1"/>
          </p:cNvSpPr>
          <p:nvPr/>
        </p:nvSpPr>
        <p:spPr>
          <a:xfrm>
            <a:off x="800100" y="2247900"/>
            <a:ext cx="952500" cy="152400"/>
          </a:xfrm>
          <a:prstGeom prst="roundRect">
            <a:avLst>
              <a:gd name="adj" fmla="val 31250"/>
            </a:avLst>
          </a:prstGeom>
          <a:solidFill>
            <a:srgbClr val="FFFFFF">
              <a:alpha val="20000"/>
            </a:srgbClr>
          </a:solidFill>
          <a:ln w="0">
            <a:noFill/>
          </a:ln>
        </p:spPr>
      </p:sp>
      <p:sp>
        <p:nvSpPr>
          <p:cNvPr id="10" name="">
            <a:extLst>
              <a:ext uri="{FF2B5EF4-FFF2-40B4-BE49-F238E27FC236}">
                <ns2:creationId id="{BA779859-6C6F-4239-A432-7CB83321EF9A}"/>
              </a:ext>
            </a:extLst>
          </p:cNvPr>
          <p:cNvSpPr>
            <a:spLocks noGrp="1"/>
          </p:cNvSpPr>
          <p:nvPr/>
        </p:nvSpPr>
        <p:spPr>
          <a:xfrm>
            <a:off x="800100" y="2647950"/>
            <a:ext cx="952500" cy="152400"/>
          </a:xfrm>
          <a:prstGeom prst="roundRect">
            <a:avLst>
              <a:gd name="adj" fmla="val 31250"/>
            </a:avLst>
          </a:prstGeom>
          <a:solidFill>
            <a:srgbClr val="0059FC"/>
          </a:solidFill>
          <a:ln w="0">
            <a:noFill/>
          </a:ln>
        </p:spPr>
      </p:sp>
      <p:sp>
        <p:nvSpPr>
          <p:cNvPr id="11" name="">
            <a:extLst>
              <a:ext uri="{FF2B5EF4-FFF2-40B4-BE49-F238E27FC236}">
                <ns2:creationId id="{1B2E3A21-D9D0-493E-AC4A-8E4F014EA0C9}"/>
              </a:ext>
            </a:extLst>
          </p:cNvPr>
          <p:cNvSpPr>
            <a:spLocks noGrp="1"/>
          </p:cNvSpPr>
          <p:nvPr/>
        </p:nvSpPr>
        <p:spPr>
          <a:xfrm>
            <a:off x="800100" y="3048000"/>
            <a:ext cx="952500" cy="152400"/>
          </a:xfrm>
          <a:prstGeom prst="roundRect">
            <a:avLst>
              <a:gd name="adj" fmla="val 31250"/>
            </a:avLst>
          </a:prstGeom>
          <a:solidFill>
            <a:srgbClr val="FFFFFF">
              <a:alpha val="20000"/>
            </a:srgbClr>
          </a:solidFill>
          <a:ln w="0">
            <a:noFill/>
          </a:ln>
        </p:spPr>
      </p:sp>
      <p:sp>
        <p:nvSpPr>
          <p:cNvPr id="12" name="">
            <a:extLst>
              <a:ext uri="{FF2B5EF4-FFF2-40B4-BE49-F238E27FC236}">
                <ns2:creationId id="{816B77E8-7A00-4E4D-B612-423E1C73D0AA}"/>
              </a:ext>
            </a:extLst>
          </p:cNvPr>
          <p:cNvSpPr>
            <a:spLocks noGrp="1"/>
          </p:cNvSpPr>
          <p:nvPr/>
        </p:nvSpPr>
        <p:spPr>
          <a:xfrm>
            <a:off x="2324100" y="2190750"/>
            <a:ext cx="5048250" cy="514350"/>
          </a:xfrm>
          <a:prstGeom prst="roundRect">
            <a:avLst>
              <a:gd name="adj" fmla="val 18519"/>
            </a:avLst>
          </a:prstGeom>
          <a:solidFill>
            <a:srgbClr val="E6EEFF"/>
          </a:solidFill>
          <a:ln w="0">
            <a:noFill/>
          </a:ln>
        </p:spPr>
      </p:sp>
      <p:sp>
        <p:nvSpPr>
          <p:cNvPr id="13" name="">
            <a:extLst>
              <a:ext uri="{FF2B5EF4-FFF2-40B4-BE49-F238E27FC236}">
                <ns2:creationId id="{F5C18063-5E98-439F-9E88-17A2DC3BBD30}"/>
              </a:ext>
            </a:extLst>
          </p:cNvPr>
          <p:cNvSpPr>
            <a:spLocks noGrp="1"/>
          </p:cNvSpPr>
          <p:nvPr/>
        </p:nvSpPr>
        <p:spPr>
          <a:xfrm>
            <a:off x="2324100" y="3048000"/>
            <a:ext cx="5048250" cy="0"/>
          </a:xfrm>
          <a:prstGeom prst="line">
            <a:avLst/>
          </a:prstGeom>
          <a:noFill/>
          <a:ln w="9525">
            <a:solidFill>
              <a:srgbClr val="D9DEE8"/>
            </a:solidFill>
            <a:prstDash val="solid"/>
          </a:ln>
        </p:spPr>
      </p:sp>
      <p:sp>
        <p:nvSpPr>
          <p:cNvPr id="14" name="">
            <a:extLst>
              <a:ext uri="{FF2B5EF4-FFF2-40B4-BE49-F238E27FC236}">
                <ns2:creationId id="{19A74349-3023-4A3F-AA2A-8B5783207E10}"/>
              </a:ext>
            </a:extLst>
          </p:cNvPr>
          <p:cNvSpPr>
            <a:spLocks noGrp="1"/>
          </p:cNvSpPr>
          <p:nvPr/>
        </p:nvSpPr>
        <p:spPr>
          <a:xfrm>
            <a:off x="2552700" y="3181350"/>
            <a:ext cx="1238250" cy="152400"/>
          </a:xfrm>
          <a:prstGeom prst="roundRect">
            <a:avLst>
              <a:gd name="adj" fmla="val 25000"/>
            </a:avLst>
          </a:prstGeom>
          <a:solidFill>
            <a:srgbClr val="C8CFDB"/>
          </a:solidFill>
          <a:ln w="0">
            <a:noFill/>
          </a:ln>
        </p:spPr>
      </p:sp>
      <p:sp>
        <p:nvSpPr>
          <p:cNvPr id="15" name="">
            <a:extLst>
              <a:ext uri="{FF2B5EF4-FFF2-40B4-BE49-F238E27FC236}">
                <ns2:creationId id="{6A946D46-790A-4E9E-8F25-F3AD392871BC}"/>
              </a:ext>
            </a:extLst>
          </p:cNvPr>
          <p:cNvSpPr>
            <a:spLocks noGrp="1"/>
          </p:cNvSpPr>
          <p:nvPr/>
        </p:nvSpPr>
        <p:spPr>
          <a:xfrm>
            <a:off x="2324100" y="3505200"/>
            <a:ext cx="5048250" cy="0"/>
          </a:xfrm>
          <a:prstGeom prst="line">
            <a:avLst/>
          </a:prstGeom>
          <a:noFill/>
          <a:ln w="9525">
            <a:solidFill>
              <a:srgbClr val="D9DEE8"/>
            </a:solidFill>
            <a:prstDash val="solid"/>
          </a:ln>
        </p:spPr>
      </p:sp>
      <p:sp>
        <p:nvSpPr>
          <p:cNvPr id="16" name="">
            <a:extLst>
              <a:ext uri="{FF2B5EF4-FFF2-40B4-BE49-F238E27FC236}">
                <ns2:creationId id="{04E9AFCA-93E8-4040-A79D-B9CE36E9CB9A}"/>
              </a:ext>
            </a:extLst>
          </p:cNvPr>
          <p:cNvSpPr>
            <a:spLocks noGrp="1"/>
          </p:cNvSpPr>
          <p:nvPr/>
        </p:nvSpPr>
        <p:spPr>
          <a:xfrm>
            <a:off x="2552700" y="3638550"/>
            <a:ext cx="2095500" cy="152400"/>
          </a:xfrm>
          <a:prstGeom prst="roundRect">
            <a:avLst>
              <a:gd name="adj" fmla="val 25000"/>
            </a:avLst>
          </a:prstGeom>
          <a:solidFill>
            <a:srgbClr val="C8CFDB"/>
          </a:solidFill>
          <a:ln w="0">
            <a:noFill/>
          </a:ln>
        </p:spPr>
      </p:sp>
      <p:sp>
        <p:nvSpPr>
          <p:cNvPr id="17" name="">
            <a:extLst>
              <a:ext uri="{FF2B5EF4-FFF2-40B4-BE49-F238E27FC236}">
                <ns2:creationId id="{1DF29D78-A19B-4145-8EC5-181C1CFDD725}"/>
              </a:ext>
            </a:extLst>
          </p:cNvPr>
          <p:cNvSpPr>
            <a:spLocks noGrp="1"/>
          </p:cNvSpPr>
          <p:nvPr/>
        </p:nvSpPr>
        <p:spPr>
          <a:xfrm>
            <a:off x="2324100" y="3962400"/>
            <a:ext cx="5048250" cy="0"/>
          </a:xfrm>
          <a:prstGeom prst="line">
            <a:avLst/>
          </a:prstGeom>
          <a:noFill/>
          <a:ln w="9525">
            <a:solidFill>
              <a:srgbClr val="D9DEE8"/>
            </a:solidFill>
            <a:prstDash val="solid"/>
          </a:ln>
        </p:spPr>
      </p:sp>
      <p:sp>
        <p:nvSpPr>
          <p:cNvPr id="18" name="">
            <a:extLst>
              <a:ext uri="{FF2B5EF4-FFF2-40B4-BE49-F238E27FC236}">
                <ns2:creationId id="{D8F44A53-0553-4EB1-BBF2-1BFF3A51A1B3}"/>
              </a:ext>
            </a:extLst>
          </p:cNvPr>
          <p:cNvSpPr>
            <a:spLocks noGrp="1"/>
          </p:cNvSpPr>
          <p:nvPr/>
        </p:nvSpPr>
        <p:spPr>
          <a:xfrm>
            <a:off x="2552700" y="4095750"/>
            <a:ext cx="1238250" cy="152400"/>
          </a:xfrm>
          <a:prstGeom prst="roundRect">
            <a:avLst>
              <a:gd name="adj" fmla="val 25000"/>
            </a:avLst>
          </a:prstGeom>
          <a:solidFill>
            <a:srgbClr val="83D7C2"/>
          </a:solidFill>
          <a:ln w="0">
            <a:noFill/>
          </a:ln>
        </p:spPr>
      </p:sp>
      <p:sp>
        <p:nvSpPr>
          <p:cNvPr id="19" name="">
            <a:extLst>
              <a:ext uri="{FF2B5EF4-FFF2-40B4-BE49-F238E27FC236}">
                <ns2:creationId id="{13ACF8FE-AF40-4621-9AF7-FF8B4F3395ED}"/>
              </a:ext>
            </a:extLst>
          </p:cNvPr>
          <p:cNvSpPr>
            <a:spLocks noGrp="1"/>
          </p:cNvSpPr>
          <p:nvPr/>
        </p:nvSpPr>
        <p:spPr>
          <a:xfrm>
            <a:off x="2324100" y="4419600"/>
            <a:ext cx="5048250" cy="0"/>
          </a:xfrm>
          <a:prstGeom prst="line">
            <a:avLst/>
          </a:prstGeom>
          <a:noFill/>
          <a:ln w="9525">
            <a:solidFill>
              <a:srgbClr val="D9DEE8"/>
            </a:solidFill>
            <a:prstDash val="solid"/>
          </a:ln>
        </p:spPr>
      </p:sp>
      <p:sp>
        <p:nvSpPr>
          <p:cNvPr id="20" name="">
            <a:extLst>
              <a:ext uri="{FF2B5EF4-FFF2-40B4-BE49-F238E27FC236}">
                <ns2:creationId id="{AF2A1707-FBE0-4F00-9E11-6A4A944C78AA}"/>
              </a:ext>
            </a:extLst>
          </p:cNvPr>
          <p:cNvSpPr>
            <a:spLocks noGrp="1"/>
          </p:cNvSpPr>
          <p:nvPr/>
        </p:nvSpPr>
        <p:spPr>
          <a:xfrm>
            <a:off x="2552700" y="4552950"/>
            <a:ext cx="2095500" cy="152400"/>
          </a:xfrm>
          <a:prstGeom prst="roundRect">
            <a:avLst>
              <a:gd name="adj" fmla="val 25000"/>
            </a:avLst>
          </a:prstGeom>
          <a:solidFill>
            <a:srgbClr val="C8CFDB"/>
          </a:solidFill>
          <a:ln w="0">
            <a:noFill/>
          </a:ln>
        </p:spPr>
      </p:sp>
      <p:sp>
        <p:nvSpPr>
          <p:cNvPr id="21" name="">
            <a:extLst>
              <a:ext uri="{FF2B5EF4-FFF2-40B4-BE49-F238E27FC236}">
                <ns2:creationId id="{1A4E7BDB-F0A9-4B52-B35D-33BD70812C41}"/>
              </a:ext>
            </a:extLst>
          </p:cNvPr>
          <p:cNvSpPr>
            <a:spLocks noGrp="1"/>
          </p:cNvSpPr>
          <p:nvPr/>
        </p:nvSpPr>
        <p:spPr>
          <a:xfrm>
            <a:off x="2324100" y="4876800"/>
            <a:ext cx="5048250" cy="0"/>
          </a:xfrm>
          <a:prstGeom prst="line">
            <a:avLst/>
          </a:prstGeom>
          <a:noFill/>
          <a:ln w="9525">
            <a:solidFill>
              <a:srgbClr val="D9DEE8"/>
            </a:solidFill>
            <a:prstDash val="solid"/>
          </a:ln>
        </p:spPr>
      </p:sp>
      <p:sp>
        <p:nvSpPr>
          <p:cNvPr id="22" name="">
            <a:extLst>
              <a:ext uri="{FF2B5EF4-FFF2-40B4-BE49-F238E27FC236}">
                <ns2:creationId id="{59D3C7B1-5DAB-4E33-B097-66E7738E2751}"/>
              </a:ext>
            </a:extLst>
          </p:cNvPr>
          <p:cNvSpPr>
            <a:spLocks noGrp="1"/>
          </p:cNvSpPr>
          <p:nvPr/>
        </p:nvSpPr>
        <p:spPr>
          <a:xfrm>
            <a:off x="2552700" y="5010150"/>
            <a:ext cx="1238250" cy="152400"/>
          </a:xfrm>
          <a:prstGeom prst="roundRect">
            <a:avLst>
              <a:gd name="adj" fmla="val 25000"/>
            </a:avLst>
          </a:prstGeom>
          <a:solidFill>
            <a:srgbClr val="C8CFDB"/>
          </a:solidFill>
          <a:ln w="0">
            <a:noFill/>
          </a:ln>
        </p:spPr>
      </p:sp>
      <p:sp>
        <p:nvSpPr>
          <p:cNvPr id="23" name="">
            <a:extLst>
              <a:ext uri="{FF2B5EF4-FFF2-40B4-BE49-F238E27FC236}">
                <ns2:creationId id="{239C3D7E-97D8-4FC5-BF55-192BF3A3E7CF}"/>
              </a:ext>
            </a:extLst>
          </p:cNvPr>
          <p:cNvSpPr>
            <a:spLocks noGrp="1"/>
          </p:cNvSpPr>
          <p:nvPr/>
        </p:nvSpPr>
        <p:spPr>
          <a:xfrm>
            <a:off x="8172450" y="1524000"/>
            <a:ext cx="3505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r" rtl="1">
              <a:lnSpc>
                <a:spcPct val="105000"/>
              </a:lnSpc>
              <a:buNone/>
              <a:defRPr sz="2025" b="1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defRPr>
            </a:pPr>
            <a:r>
              <a:rPr sz="2025" b="1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rPr>
              <a:t>واجهة المنتج</a:t>
            </a:r>
          </a:p>
        </p:txBody>
      </p:sp>
      <p:sp>
        <p:nvSpPr>
          <p:cNvPr id="24" name="">
            <a:extLst>
              <a:ext uri="{FF2B5EF4-FFF2-40B4-BE49-F238E27FC236}">
                <ns2:creationId id="{289CF467-F556-4E39-8D21-5C521D88CF91}"/>
              </a:ext>
            </a:extLst>
          </p:cNvPr>
          <p:cNvSpPr>
            <a:spLocks noGrp="1"/>
          </p:cNvSpPr>
          <p:nvPr/>
        </p:nvSpPr>
        <p:spPr>
          <a:xfrm>
            <a:off x="8172450" y="2209800"/>
            <a:ext cx="3505200" cy="232410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38100" anchor="t" rtlCol="1">
            <a:normAutofit fontScale="100000"/>
          </a:bodyPr>
          <a:lstStyle/>
          <a:p>
            <a:pPr marL="279400" indent="-152400" algn="r" rtl="1">
              <a:lnSpc>
                <a:spcPct val="108000"/>
              </a:lnSpc>
              <a:spcAft>
                <a:spcPts val="500"/>
              </a:spcAft>
              <a:buNone/>
              <a:defRPr sz="1500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defRPr>
            </a:pPr>
            <a:r>
              <a:rPr sz="1500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rPr>
              <a:t>يحافظ الأسود على ثبات الإطار العام.</a:t>
            </a:r>
          </a:p>
          <a:p>
            <a:pPr marL="279400" indent="-152400" algn="r" rtl="1">
              <a:lnSpc>
                <a:spcPct val="108000"/>
              </a:lnSpc>
              <a:spcAft>
                <a:spcPts val="500"/>
              </a:spcAft>
              <a:buNone/>
              <a:defRPr sz="1500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defRPr>
            </a:pPr>
            <a:r>
              <a:rPr sz="1500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rPr>
              <a:t>يحدد الأزرق الإجراء النشط فقط.</a:t>
            </a:r>
          </a:p>
          <a:p>
            <a:pPr marL="279400" indent="-152400" algn="r" rtl="1">
              <a:lnSpc>
                <a:spcPct val="108000"/>
              </a:lnSpc>
              <a:spcAft>
                <a:spcPts val="500"/>
              </a:spcAft>
              <a:buNone/>
              <a:defRPr sz="1500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defRPr>
            </a:pPr>
            <a:r>
              <a:rPr sz="1500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rPr>
              <a:t>تستخدم الخلفيات الفاتحة لكثافة البيانات.</a:t>
            </a:r>
          </a:p>
          <a:p>
            <a:pPr marL="279400" indent="-152400" algn="r" rtl="1">
              <a:lnSpc>
                <a:spcPct val="108000"/>
              </a:lnSpc>
              <a:spcAft>
                <a:spcPts val="500"/>
              </a:spcAft>
              <a:buNone/>
              <a:defRPr sz="1500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defRPr>
            </a:pPr>
            <a:r>
              <a:rPr sz="1500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rPr>
              <a:t>يبقى الشعار واضحًا دون منافسة المحتوى.</a:t>
            </a:r>
          </a:p>
        </p:txBody>
      </p:sp>
      <p:sp>
        <p:nvSpPr>
          <p:cNvPr id="25" name="">
            <a:extLst>
              <a:ext uri="{FF2B5EF4-FFF2-40B4-BE49-F238E27FC236}">
                <ns2:creationId id="{6A899AE2-45CE-4834-BFE7-CD06D123CB80}"/>
              </a:ext>
            </a:extLst>
          </p:cNvPr>
          <p:cNvSpPr>
            <a:spLocks noGrp="1"/>
          </p:cNvSpPr>
          <p:nvPr/>
        </p:nvSpPr>
        <p:spPr>
          <a:xfrm>
            <a:off x="8172450" y="4953000"/>
            <a:ext cx="35052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r" rtl="1">
              <a:lnSpc>
                <a:spcPct val="105000"/>
              </a:lnSpc>
              <a:buNone/>
              <a:defRPr sz="1275" b="0" lang="ar-SA">
                <a:solidFill>
                  <a:srgbClr val="566072"/>
                </a:solidFill>
                <a:latin typeface="thmanyah sans"/>
                <a:ea typeface="thmanyah sans"/>
                <a:cs typeface="thmanyah sans"/>
              </a:defRPr>
            </a:pPr>
            <a:r>
              <a:rPr sz="1275" b="0" lang="ar-SA">
                <a:solidFill>
                  <a:srgbClr val="566072"/>
                </a:solidFill>
                <a:latin typeface="thmanyah sans"/>
                <a:ea typeface="thmanyah sans"/>
                <a:cs typeface="thmanyah sans"/>
              </a:rPr>
              <a:t>النموذج يوضح تطبيق الهوية ولا يمثل تصميم واجهة نهائيًا.</a:t>
            </a:r>
          </a:p>
        </p:txBody>
      </p:sp>
    </p:spTree>
    <p:extLst>
      <p:ext uri="{BB962C8B-B14F-4D97-AF65-F5344CB8AC3E}">
        <p14:creationId val="186499909"/>
      </p:ext>
    </p:extLst>
  </p:cSld>
</p:sld>
</file>

<file path=ppt/slides/slide23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6" name="">
            <a:extLst>
              <a:ext uri="{FF2B5EF4-FFF2-40B4-BE49-F238E27FC236}">
                <ns2:creationId id="{4D3149DB-071B-4DBD-98FC-AD7AFB4D7295}"/>
              </a:ext>
            </a:extLst>
          </p:cNvPr>
          <p:cNvSpPr>
            <a:spLocks noGrp="1"/>
          </p:cNvSpPr>
          <p:nvPr/>
        </p:nvSpPr>
        <p:spPr>
          <a:xfrm>
            <a:off x="6286500" y="400050"/>
            <a:ext cx="53911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r" rtl="1">
              <a:lnSpc>
                <a:spcPct val="105000"/>
              </a:lnSpc>
              <a:buNone/>
              <a:defRPr sz="2625" b="1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defRPr>
            </a:pPr>
            <a:r>
              <a:rPr sz="2625" b="1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rPr>
              <a:t>المستندات وعروض المبيعات</a:t>
            </a:r>
          </a:p>
        </p:txBody>
      </p:sp>
      <p:sp>
        <p:nvSpPr>
          <p:cNvPr id="2" name="">
            <a:extLst>
              <a:ext uri="{FF2B5EF4-FFF2-40B4-BE49-F238E27FC236}">
                <ns2:creationId id="{047D624C-8144-4B51-9E02-B1AD64536CF4}"/>
              </a:ext>
            </a:extLst>
          </p:cNvPr>
          <p:cNvSpPr>
            <a:spLocks noGrp="1"/>
          </p:cNvSpPr>
          <p:nvPr/>
        </p:nvSpPr>
        <p:spPr>
          <a:xfrm>
            <a:off x="514350" y="1143000"/>
            <a:ext cx="11163300" cy="0"/>
          </a:xfrm>
          <a:prstGeom prst="line">
            <a:avLst/>
          </a:prstGeom>
          <a:noFill/>
          <a:ln w="9525">
            <a:solidFill>
              <a:srgbClr val="D9DEE8"/>
            </a:solidFill>
            <a:prstDash val="solid"/>
          </a:ln>
        </p:spPr>
      </p:sp>
      <p:sp>
        <p:nvSpPr>
          <p:cNvPr id="3" name="">
            <a:extLst>
              <a:ext uri="{FF2B5EF4-FFF2-40B4-BE49-F238E27FC236}">
                <ns2:creationId id="{5117251B-B54A-44A8-AE06-E314CC136674}"/>
              </a:ext>
            </a:extLst>
          </p:cNvPr>
          <p:cNvSpPr>
            <a:spLocks noGrp="1"/>
          </p:cNvSpPr>
          <p:nvPr/>
        </p:nvSpPr>
        <p:spPr>
          <a:xfrm>
            <a:off x="514350" y="6343650"/>
            <a:ext cx="5238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rmAutofit fontScale="97680"/>
          </a:bodyPr>
          <a:lstStyle/>
          <a:p>
            <a:pPr algn="l">
              <a:lnSpc>
                <a:spcPct val="105000"/>
              </a:lnSpc>
              <a:buNone/>
              <a:defRPr sz="975" b="0">
                <a:solidFill>
                  <a:srgbClr val="566072"/>
                </a:solidFill>
                <a:latin typeface="thmanyah sans"/>
                <a:ea typeface="thmanyah sans"/>
                <a:cs typeface="thmanyah sans"/>
              </a:defRPr>
            </a:pPr>
            <a:r>
              <a:rPr sz="975" b="0">
                <a:solidFill>
                  <a:srgbClr val="566072"/>
                </a:solidFill>
                <a:latin typeface="thmanyah sans"/>
                <a:ea typeface="thmanyah sans"/>
                <a:cs typeface="thmanyah sans"/>
              </a:rPr>
              <a:t>23</a:t>
            </a:r>
          </a:p>
        </p:txBody>
      </p:sp>
      <p:sp>
        <p:nvSpPr>
          <p:cNvPr id="4" name="">
            <a:extLst>
              <a:ext uri="{FF2B5EF4-FFF2-40B4-BE49-F238E27FC236}">
                <ns2:creationId id="{3083B6E0-536C-40D7-B9A8-DDC8395FF7E6}"/>
              </a:ext>
            </a:extLst>
          </p:cNvPr>
          <p:cNvSpPr>
            <a:spLocks noGrp="1"/>
          </p:cNvSpPr>
          <p:nvPr/>
        </p:nvSpPr>
        <p:spPr>
          <a:xfrm>
            <a:off x="8763000" y="6343650"/>
            <a:ext cx="2914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97680"/>
          </a:bodyPr>
          <a:lstStyle/>
          <a:p>
            <a:pPr algn="r" rtl="1">
              <a:lnSpc>
                <a:spcPct val="105000"/>
              </a:lnSpc>
              <a:buNone/>
              <a:defRPr sz="975" b="0" lang="ar-SA">
                <a:solidFill>
                  <a:srgbClr val="566072"/>
                </a:solidFill>
                <a:latin typeface="thmanyah sans"/>
                <a:ea typeface="thmanyah sans"/>
                <a:cs typeface="thmanyah sans"/>
              </a:defRPr>
            </a:pPr>
            <a:r>
              <a:rPr sz="975" b="0" lang="ar-SA">
                <a:solidFill>
                  <a:srgbClr val="566072"/>
                </a:solidFill>
                <a:latin typeface="thmanyah sans"/>
                <a:ea typeface="thmanyah sans"/>
                <a:cs typeface="thmanyah sans"/>
              </a:rPr>
              <a:t>دليل الهوية البصرية لجداول</a:t>
            </a:r>
          </a:p>
        </p:txBody>
      </p:sp>
      <p:sp>
        <p:nvSpPr>
          <p:cNvPr id="5" name="">
            <a:extLst>
              <a:ext uri="{FF2B5EF4-FFF2-40B4-BE49-F238E27FC236}">
                <ns2:creationId id="{1883CDC1-524C-407A-85B8-B0F3F228ED2A}"/>
              </a:ext>
            </a:extLst>
          </p:cNvPr>
          <p:cNvSpPr>
            <a:spLocks noGrp="1"/>
          </p:cNvSpPr>
          <p:nvPr/>
        </p:nvSpPr>
        <p:spPr>
          <a:xfrm>
            <a:off x="514350" y="1504950"/>
            <a:ext cx="3105150" cy="4095750"/>
          </a:xfrm>
          <a:prstGeom prst="roundRect">
            <a:avLst>
              <a:gd name="adj" fmla="val 5521"/>
            </a:avLst>
          </a:prstGeom>
          <a:solidFill>
            <a:srgbClr val="0B0F19"/>
          </a:solidFill>
          <a:ln w="0">
            <a:noFill/>
          </a:ln>
        </p:spPr>
      </p:sp>
      <p:pic>
        <p:nvPicPr>
          <p:cNvPr id="21" name=""/>
          <p:cNvPicPr>
            <a:picLocks noChangeAspect="1"/>
          </p:cNvPicPr>
          <p:nvPr/>
        </p:nvPicPr>
        <p:blipFill>
          <a:blip r:embed="R3f7921c7f1684760"/>
          <a:stretch/>
        </p:blipFill>
        <p:spPr>
          <a:xfrm>
            <a:off x="838200" y="1917001"/>
            <a:ext cx="2457450" cy="814197"/>
          </a:xfrm>
          <a:prstGeom prst="rect">
            <a:avLst/>
          </a:prstGeom>
        </p:spPr>
      </p:pic>
      <p:sp>
        <p:nvSpPr>
          <p:cNvPr id="7" name="">
            <a:extLst>
              <a:ext uri="{FF2B5EF4-FFF2-40B4-BE49-F238E27FC236}">
                <ns2:creationId id="{62E3126B-8AA0-4A60-BC8A-FDAE0A3CB8B3}"/>
              </a:ext>
            </a:extLst>
          </p:cNvPr>
          <p:cNvSpPr>
            <a:spLocks noGrp="1"/>
          </p:cNvSpPr>
          <p:nvPr/>
        </p:nvSpPr>
        <p:spPr>
          <a:xfrm>
            <a:off x="838200" y="3371850"/>
            <a:ext cx="514350" cy="1657350"/>
          </a:xfrm>
          <a:prstGeom prst="rect">
            <a:avLst/>
          </a:prstGeom>
          <a:solidFill>
            <a:srgbClr val="0059FC"/>
          </a:solidFill>
          <a:ln w="0">
            <a:noFill/>
          </a:ln>
        </p:spPr>
      </p:sp>
      <p:sp>
        <p:nvSpPr>
          <p:cNvPr id="8" name="">
            <a:extLst>
              <a:ext uri="{FF2B5EF4-FFF2-40B4-BE49-F238E27FC236}">
                <ns2:creationId id="{461A24F2-C87D-4487-8546-3F10DCE78936}"/>
              </a:ext>
            </a:extLst>
          </p:cNvPr>
          <p:cNvSpPr>
            <a:spLocks noGrp="1"/>
          </p:cNvSpPr>
          <p:nvPr/>
        </p:nvSpPr>
        <p:spPr>
          <a:xfrm>
            <a:off x="1581150" y="3333750"/>
            <a:ext cx="1562100" cy="11049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98522"/>
          </a:bodyPr>
          <a:lstStyle/>
          <a:p>
            <a:pPr algn="r" rtl="1">
              <a:lnSpc>
                <a:spcPct val="105000"/>
              </a:lnSpc>
              <a:buNone/>
              <a:defRPr sz="2175" b="1" lang="ar-SA">
                <a:solidFill>
                  <a:srgbClr val="FFFFFF"/>
                </a:solidFill>
                <a:latin typeface="thmanyah sans"/>
                <a:ea typeface="thmanyah sans"/>
                <a:cs typeface="thmanyah sans"/>
              </a:defRPr>
            </a:pPr>
            <a:r>
              <a:rPr sz="2175" b="1" lang="ar-SA">
                <a:solidFill>
                  <a:srgbClr val="FFFFFF"/>
                </a:solidFill>
                <a:latin typeface="thmanyah sans"/>
                <a:ea typeface="thmanyah sans"/>
                <a:cs typeface="thmanyah sans"/>
              </a:rPr>
              <a:t>تقرير</a:t>
            </a:r>
          </a:p>
          <a:p>
            <a:pPr algn="r" rtl="1">
              <a:lnSpc>
                <a:spcPct val="105000"/>
              </a:lnSpc>
              <a:buNone/>
              <a:defRPr sz="2175" b="1" lang="ar-SA">
                <a:solidFill>
                  <a:srgbClr val="FFFFFF"/>
                </a:solidFill>
                <a:latin typeface="thmanyah sans"/>
                <a:ea typeface="thmanyah sans"/>
                <a:cs typeface="thmanyah sans"/>
              </a:defRPr>
            </a:pPr>
            <a:r>
              <a:rPr sz="2175" b="1" lang="ar-SA">
                <a:solidFill>
                  <a:srgbClr val="FFFFFF"/>
                </a:solidFill>
                <a:latin typeface="thmanyah sans"/>
                <a:ea typeface="thmanyah sans"/>
                <a:cs typeface="thmanyah sans"/>
              </a:rPr>
              <a:t>التحول الرقمي</a:t>
            </a:r>
          </a:p>
        </p:txBody>
      </p:sp>
      <p:sp>
        <p:nvSpPr>
          <p:cNvPr id="9" name="">
            <a:extLst>
              <a:ext uri="{FF2B5EF4-FFF2-40B4-BE49-F238E27FC236}">
                <ns2:creationId id="{A512AAB1-7C55-49E8-830C-769EB5BA05DC}"/>
              </a:ext>
            </a:extLst>
          </p:cNvPr>
          <p:cNvSpPr>
            <a:spLocks noGrp="1"/>
          </p:cNvSpPr>
          <p:nvPr/>
        </p:nvSpPr>
        <p:spPr>
          <a:xfrm>
            <a:off x="1581150" y="4610100"/>
            <a:ext cx="15621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rmAutofit fontScale="100000"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FFFFFF">
                    <a:alpha val="60000"/>
                  </a:srgbClr>
                </a:solidFill>
                <a:latin typeface="thmanyah sans"/>
                <a:ea typeface="thmanyah sans"/>
                <a:cs typeface="thmanyah sans"/>
              </a:defRPr>
            </a:pPr>
            <a:r>
              <a:rPr sz="1350" b="0">
                <a:solidFill>
                  <a:srgbClr val="FFFFFF">
                    <a:alpha val="60000"/>
                  </a:srgbClr>
                </a:solidFill>
                <a:latin typeface="thmanyah sans"/>
                <a:ea typeface="thmanyah sans"/>
                <a:cs typeface="thmanyah sans"/>
              </a:rPr>
              <a:t>2026</a:t>
            </a:r>
          </a:p>
        </p:txBody>
      </p:sp>
      <p:sp>
        <p:nvSpPr>
          <p:cNvPr id="10" name="">
            <a:extLst>
              <a:ext uri="{FF2B5EF4-FFF2-40B4-BE49-F238E27FC236}">
                <ns2:creationId id="{641351BB-D725-4BCE-9F00-1954B7274C12}"/>
              </a:ext>
            </a:extLst>
          </p:cNvPr>
          <p:cNvSpPr>
            <a:spLocks noGrp="1"/>
          </p:cNvSpPr>
          <p:nvPr/>
        </p:nvSpPr>
        <p:spPr>
          <a:xfrm>
            <a:off x="4267200" y="1504950"/>
            <a:ext cx="7410450" cy="4095750"/>
          </a:xfrm>
          <a:prstGeom prst="roundRect">
            <a:avLst>
              <a:gd name="adj" fmla="val 4186"/>
            </a:avLst>
          </a:prstGeom>
          <a:solidFill>
            <a:srgbClr val="F6F7FB"/>
          </a:solidFill>
          <a:ln w="0">
            <a:noFill/>
          </a:ln>
        </p:spPr>
      </p:sp>
      <p:pic>
        <p:nvPicPr>
          <p:cNvPr id="26" name=""/>
          <p:cNvPicPr>
            <a:picLocks noChangeAspect="1"/>
          </p:cNvPicPr>
          <p:nvPr/>
        </p:nvPicPr>
        <p:blipFill>
          <a:blip r:embed="Ra2f21228723142a1"/>
          <a:stretch/>
        </p:blipFill>
        <p:spPr>
          <a:xfrm>
            <a:off x="8727472" y="1809750"/>
            <a:ext cx="2299905" cy="762000"/>
          </a:xfrm>
          <a:prstGeom prst="rect">
            <a:avLst/>
          </a:prstGeom>
        </p:spPr>
      </p:pic>
      <p:sp>
        <p:nvSpPr>
          <p:cNvPr id="12" name="">
            <a:extLst>
              <a:ext uri="{FF2B5EF4-FFF2-40B4-BE49-F238E27FC236}">
                <ns2:creationId id="{FCAFEA2A-45A6-42C2-87F3-CAF1FB20F44C}"/>
              </a:ext>
            </a:extLst>
          </p:cNvPr>
          <p:cNvSpPr>
            <a:spLocks noGrp="1"/>
          </p:cNvSpPr>
          <p:nvPr/>
        </p:nvSpPr>
        <p:spPr>
          <a:xfrm>
            <a:off x="5943600" y="2705100"/>
            <a:ext cx="5257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r" rtl="1">
              <a:lnSpc>
                <a:spcPct val="105000"/>
              </a:lnSpc>
              <a:buNone/>
              <a:defRPr sz="2400" b="1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defRPr>
            </a:pPr>
            <a:r>
              <a:rPr sz="2400" b="1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rPr>
              <a:t>عنوان مباشر يشرح الموضوع</a:t>
            </a:r>
          </a:p>
        </p:txBody>
      </p:sp>
      <p:sp>
        <p:nvSpPr>
          <p:cNvPr id="13" name="">
            <a:extLst>
              <a:ext uri="{FF2B5EF4-FFF2-40B4-BE49-F238E27FC236}">
                <ns2:creationId id="{046F5E8A-3B25-4664-BA5C-D95CC788DF59}"/>
              </a:ext>
            </a:extLst>
          </p:cNvPr>
          <p:cNvSpPr>
            <a:spLocks noGrp="1"/>
          </p:cNvSpPr>
          <p:nvPr/>
        </p:nvSpPr>
        <p:spPr>
          <a:xfrm>
            <a:off x="5943600" y="3448050"/>
            <a:ext cx="525780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r" rtl="1">
              <a:lnSpc>
                <a:spcPct val="105000"/>
              </a:lnSpc>
              <a:buNone/>
              <a:defRPr sz="1575" b="0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defRPr>
            </a:pPr>
            <a:r>
              <a:rPr sz="1575" b="0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rPr>
              <a:t>استخدم جملة قصيرة، ثم اعرض المنتج أو الدليل الذي يدعمها. تتبع الشرائح شبكة ثابتة مع تنوع محسوب في المساحات.</a:t>
            </a:r>
          </a:p>
        </p:txBody>
      </p:sp>
      <p:sp>
        <p:nvSpPr>
          <p:cNvPr id="14" name="">
            <a:extLst>
              <a:ext uri="{FF2B5EF4-FFF2-40B4-BE49-F238E27FC236}">
                <ns2:creationId id="{11F8B138-BF4D-4B50-965D-9E0B3CB3B9F5}"/>
              </a:ext>
            </a:extLst>
          </p:cNvPr>
          <p:cNvSpPr>
            <a:spLocks noGrp="1"/>
          </p:cNvSpPr>
          <p:nvPr/>
        </p:nvSpPr>
        <p:spPr>
          <a:xfrm>
            <a:off x="4648200" y="2590800"/>
            <a:ext cx="704850" cy="2152650"/>
          </a:xfrm>
          <a:prstGeom prst="rect">
            <a:avLst/>
          </a:prstGeom>
          <a:solidFill>
            <a:srgbClr val="0059FC"/>
          </a:solidFill>
          <a:ln w="0">
            <a:noFill/>
          </a:ln>
        </p:spPr>
      </p:sp>
      <p:pic>
        <p:nvPicPr>
          <p:cNvPr id="30" name=""/>
          <p:cNvPicPr>
            <a:picLocks noChangeAspect="1"/>
          </p:cNvPicPr>
          <p:nvPr/>
        </p:nvPicPr>
        <p:blipFill>
          <a:blip r:embed="R6dd3e74309584670"/>
          <a:stretch/>
        </p:blipFill>
        <p:spPr>
          <a:xfrm>
            <a:off x="4762500" y="4874712"/>
            <a:ext cx="495300" cy="461375"/>
          </a:xfrm>
          <a:prstGeom prst="rect">
            <a:avLst/>
          </a:prstGeom>
        </p:spPr>
      </p:pic>
    </p:spTree>
    <p:extLst>
      <p:ext uri="{BB962C8B-B14F-4D97-AF65-F5344CB8AC3E}">
        <p14:creationId val="711126031"/>
      </p:ext>
    </p:extLst>
  </p:cSld>
</p:sld>
</file>

<file path=ppt/slides/slide24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0059FC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" name="">
            <a:extLst>
              <a:ext uri="{FF2B5EF4-FFF2-40B4-BE49-F238E27FC236}">
                <ns2:creationId id="{382A7C16-AB79-4D22-90F5-964274FACCD0}"/>
              </a:ext>
            </a:extLst>
          </p:cNvPr>
          <p:cNvSpPr>
            <a:spLocks noGrp="1"/>
          </p:cNvSpPr>
          <p:nvPr/>
        </p:nvSpPr>
        <p:spPr>
          <a:xfrm>
            <a:off x="6286500" y="400050"/>
            <a:ext cx="53911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r" rtl="1">
              <a:lnSpc>
                <a:spcPct val="105000"/>
              </a:lnSpc>
              <a:buNone/>
              <a:defRPr sz="2625" b="1" lang="ar-SA">
                <a:solidFill>
                  <a:srgbClr val="FFFFFF"/>
                </a:solidFill>
                <a:latin typeface="thmanyah sans"/>
                <a:ea typeface="thmanyah sans"/>
                <a:cs typeface="thmanyah sans"/>
              </a:defRPr>
            </a:pPr>
            <a:r>
              <a:rPr sz="2625" b="1" lang="ar-SA">
                <a:solidFill>
                  <a:srgbClr val="FFFFFF"/>
                </a:solidFill>
                <a:latin typeface="thmanyah sans"/>
                <a:ea typeface="thmanyah sans"/>
                <a:cs typeface="thmanyah sans"/>
              </a:rPr>
              <a:t>الحوكمة والتسليم</a:t>
            </a:r>
          </a:p>
        </p:txBody>
      </p:sp>
      <p:sp>
        <p:nvSpPr>
          <p:cNvPr id="2" name="">
            <a:extLst>
              <a:ext uri="{FF2B5EF4-FFF2-40B4-BE49-F238E27FC236}">
                <ns2:creationId id="{D874B43D-B273-4E1D-AF06-F6B8D8F80978}"/>
              </a:ext>
            </a:extLst>
          </p:cNvPr>
          <p:cNvSpPr>
            <a:spLocks noGrp="1"/>
          </p:cNvSpPr>
          <p:nvPr/>
        </p:nvSpPr>
        <p:spPr>
          <a:xfrm>
            <a:off x="514350" y="1143000"/>
            <a:ext cx="11163300" cy="0"/>
          </a:xfrm>
          <a:prstGeom prst="line">
            <a:avLst/>
          </a:prstGeom>
          <a:noFill/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" name="">
            <a:extLst>
              <a:ext uri="{FF2B5EF4-FFF2-40B4-BE49-F238E27FC236}">
                <ns2:creationId id="{50153507-C088-4E95-A186-50C043D79FAC}"/>
              </a:ext>
            </a:extLst>
          </p:cNvPr>
          <p:cNvSpPr>
            <a:spLocks noGrp="1"/>
          </p:cNvSpPr>
          <p:nvPr/>
        </p:nvSpPr>
        <p:spPr>
          <a:xfrm>
            <a:off x="514350" y="6343650"/>
            <a:ext cx="5238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rmAutofit fontScale="97680"/>
          </a:bodyPr>
          <a:lstStyle/>
          <a:p>
            <a:pPr algn="l">
              <a:lnSpc>
                <a:spcPct val="105000"/>
              </a:lnSpc>
              <a:buNone/>
              <a:defRPr sz="975" b="0">
                <a:solidFill>
                  <a:srgbClr val="FFFFFF">
                    <a:alpha val="60000"/>
                  </a:srgbClr>
                </a:solidFill>
                <a:latin typeface="thmanyah sans"/>
                <a:ea typeface="thmanyah sans"/>
                <a:cs typeface="thmanyah sans"/>
              </a:defRPr>
            </a:pPr>
            <a:r>
              <a:rPr sz="975" b="0">
                <a:solidFill>
                  <a:srgbClr val="FFFFFF">
                    <a:alpha val="60000"/>
                  </a:srgbClr>
                </a:solidFill>
                <a:latin typeface="thmanyah sans"/>
                <a:ea typeface="thmanyah sans"/>
                <a:cs typeface="thmanyah sans"/>
              </a:rPr>
              <a:t>24</a:t>
            </a:r>
          </a:p>
        </p:txBody>
      </p:sp>
      <p:sp>
        <p:nvSpPr>
          <p:cNvPr id="4" name="">
            <a:extLst>
              <a:ext uri="{FF2B5EF4-FFF2-40B4-BE49-F238E27FC236}">
                <ns2:creationId id="{3D15834A-21A4-4EEC-90A7-83195C49628C}"/>
              </a:ext>
            </a:extLst>
          </p:cNvPr>
          <p:cNvSpPr>
            <a:spLocks noGrp="1"/>
          </p:cNvSpPr>
          <p:nvPr/>
        </p:nvSpPr>
        <p:spPr>
          <a:xfrm>
            <a:off x="8763000" y="6343650"/>
            <a:ext cx="2914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97680"/>
          </a:bodyPr>
          <a:lstStyle/>
          <a:p>
            <a:pPr algn="r" rtl="1">
              <a:lnSpc>
                <a:spcPct val="105000"/>
              </a:lnSpc>
              <a:buNone/>
              <a:defRPr sz="975" b="0" lang="ar-SA">
                <a:solidFill>
                  <a:srgbClr val="FFFFFF">
                    <a:alpha val="60000"/>
                  </a:srgbClr>
                </a:solidFill>
                <a:latin typeface="thmanyah sans"/>
                <a:ea typeface="thmanyah sans"/>
                <a:cs typeface="thmanyah sans"/>
              </a:defRPr>
            </a:pPr>
            <a:r>
              <a:rPr sz="975" b="0" lang="ar-SA">
                <a:solidFill>
                  <a:srgbClr val="FFFFFF">
                    <a:alpha val="60000"/>
                  </a:srgbClr>
                </a:solidFill>
                <a:latin typeface="thmanyah sans"/>
                <a:ea typeface="thmanyah sans"/>
                <a:cs typeface="thmanyah sans"/>
              </a:rPr>
              <a:t>دليل الهوية البصرية لجداول</a:t>
            </a:r>
          </a:p>
        </p:txBody>
      </p:sp>
      <p:sp>
        <p:nvSpPr>
          <p:cNvPr id="5" name="">
            <a:extLst>
              <a:ext uri="{FF2B5EF4-FFF2-40B4-BE49-F238E27FC236}">
                <ns2:creationId id="{BAD6B8C7-896C-4F89-899C-B620D233464B}"/>
              </a:ext>
            </a:extLst>
          </p:cNvPr>
          <p:cNvSpPr>
            <a:spLocks noGrp="1"/>
          </p:cNvSpPr>
          <p:nvPr/>
        </p:nvSpPr>
        <p:spPr>
          <a:xfrm>
            <a:off x="8020050" y="1504950"/>
            <a:ext cx="36576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r" rtl="1">
              <a:lnSpc>
                <a:spcPct val="105000"/>
              </a:lnSpc>
              <a:buNone/>
              <a:defRPr sz="2025" b="1" lang="ar-SA">
                <a:solidFill>
                  <a:srgbClr val="FFFFFF"/>
                </a:solidFill>
                <a:latin typeface="thmanyah sans"/>
                <a:ea typeface="thmanyah sans"/>
                <a:cs typeface="thmanyah sans"/>
              </a:defRPr>
            </a:pPr>
            <a:r>
              <a:rPr sz="2025" b="1" lang="ar-SA">
                <a:solidFill>
                  <a:srgbClr val="FFFFFF"/>
                </a:solidFill>
                <a:latin typeface="thmanyah sans"/>
                <a:ea typeface="thmanyah sans"/>
                <a:cs typeface="thmanyah sans"/>
              </a:rPr>
              <a:t>الأصول المعتمدة</a:t>
            </a:r>
          </a:p>
        </p:txBody>
      </p:sp>
      <p:sp>
        <p:nvSpPr>
          <p:cNvPr id="6" name="">
            <a:extLst>
              <a:ext uri="{FF2B5EF4-FFF2-40B4-BE49-F238E27FC236}">
                <ns2:creationId id="{51CC5807-7CF4-4371-ACAA-E52D0A762547}"/>
              </a:ext>
            </a:extLst>
          </p:cNvPr>
          <p:cNvSpPr>
            <a:spLocks noGrp="1"/>
          </p:cNvSpPr>
          <p:nvPr/>
        </p:nvSpPr>
        <p:spPr>
          <a:xfrm>
            <a:off x="6572250" y="2133600"/>
            <a:ext cx="5105400" cy="20383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38100" anchor="t" rtlCol="1">
            <a:normAutofit fontScale="100000"/>
          </a:bodyPr>
          <a:lstStyle/>
          <a:p>
            <a:pPr marL="279400" indent="-152400" algn="r" rtl="1">
              <a:lnSpc>
                <a:spcPct val="108000"/>
              </a:lnSpc>
              <a:spcAft>
                <a:spcPts val="500"/>
              </a:spcAft>
              <a:buNone/>
              <a:defRPr sz="1500" lang="ar-SA">
                <a:solidFill>
                  <a:srgbClr val="FFFFFF"/>
                </a:solidFill>
                <a:latin typeface="thmanyah sans"/>
                <a:ea typeface="thmanyah sans"/>
                <a:cs typeface="thmanyah sans"/>
              </a:defRPr>
            </a:pPr>
            <a:r>
              <a:rPr sz="1500" lang="ar-SA">
                <a:solidFill>
                  <a:srgbClr val="FFFFFF"/>
                </a:solidFill>
                <a:latin typeface="thmanyah sans"/>
                <a:ea typeface="thmanyah sans"/>
                <a:cs typeface="thmanyah sans"/>
              </a:rPr>
              <a:t>القفل الأساسي الأسود والأزرق بخلفية شفافة.</a:t>
            </a:r>
          </a:p>
          <a:p>
            <a:pPr marL="279400" indent="-152400" algn="r" rtl="1">
              <a:lnSpc>
                <a:spcPct val="108000"/>
              </a:lnSpc>
              <a:spcAft>
                <a:spcPts val="500"/>
              </a:spcAft>
              <a:buNone/>
              <a:defRPr sz="1500" lang="ar-SA">
                <a:solidFill>
                  <a:srgbClr val="FFFFFF"/>
                </a:solidFill>
                <a:latin typeface="thmanyah sans"/>
                <a:ea typeface="thmanyah sans"/>
                <a:cs typeface="thmanyah sans"/>
              </a:defRPr>
            </a:pPr>
            <a:r>
              <a:rPr sz="1500" lang="ar-SA">
                <a:solidFill>
                  <a:srgbClr val="FFFFFF"/>
                </a:solidFill>
                <a:latin typeface="thmanyah sans"/>
                <a:ea typeface="thmanyah sans"/>
                <a:cs typeface="thmanyah sans"/>
              </a:rPr>
              <a:t>القفل المعكوس الأبيض والأزرق بخلفية شفافة.</a:t>
            </a:r>
          </a:p>
          <a:p>
            <a:pPr marL="279400" indent="-152400" algn="r" rtl="1">
              <a:lnSpc>
                <a:spcPct val="108000"/>
              </a:lnSpc>
              <a:spcAft>
                <a:spcPts val="500"/>
              </a:spcAft>
              <a:buNone/>
              <a:defRPr sz="1500" lang="ar-SA">
                <a:solidFill>
                  <a:srgbClr val="FFFFFF"/>
                </a:solidFill>
                <a:latin typeface="thmanyah sans"/>
                <a:ea typeface="thmanyah sans"/>
                <a:cs typeface="thmanyah sans"/>
              </a:defRPr>
            </a:pPr>
            <a:r>
              <a:rPr sz="1500" lang="ar-SA">
                <a:solidFill>
                  <a:srgbClr val="FFFFFF"/>
                </a:solidFill>
                <a:latin typeface="thmanyah sans"/>
                <a:ea typeface="thmanyah sans"/>
                <a:cs typeface="thmanyah sans"/>
              </a:rPr>
              <a:t>نسخة أحادية بيضاء للاستخدام المحدود على الأزرق.</a:t>
            </a:r>
          </a:p>
          <a:p>
            <a:pPr marL="279400" indent="-152400" algn="r" rtl="1">
              <a:lnSpc>
                <a:spcPct val="108000"/>
              </a:lnSpc>
              <a:spcAft>
                <a:spcPts val="500"/>
              </a:spcAft>
              <a:buNone/>
              <a:defRPr sz="1500" lang="ar-SA">
                <a:solidFill>
                  <a:srgbClr val="FFFFFF"/>
                </a:solidFill>
                <a:latin typeface="thmanyah sans"/>
                <a:ea typeface="thmanyah sans"/>
                <a:cs typeface="thmanyah sans"/>
              </a:defRPr>
            </a:pPr>
            <a:r>
              <a:rPr sz="1500" lang="ar-SA">
                <a:solidFill>
                  <a:srgbClr val="FFFFFF"/>
                </a:solidFill>
                <a:latin typeface="thmanyah sans"/>
                <a:ea typeface="thmanyah sans"/>
                <a:cs typeface="thmanyah sans"/>
              </a:rPr>
              <a:t>لوحة الألوان والخطوط وقواعد الاستخدام.</a:t>
            </a:r>
          </a:p>
        </p:txBody>
      </p:sp>
      <p:sp>
        <p:nvSpPr>
          <p:cNvPr id="7" name="">
            <a:extLst>
              <a:ext uri="{FF2B5EF4-FFF2-40B4-BE49-F238E27FC236}">
                <ns2:creationId id="{C1DCA7A9-D09D-4BE9-A5CE-E70A6548A4A5}"/>
              </a:ext>
            </a:extLst>
          </p:cNvPr>
          <p:cNvSpPr>
            <a:spLocks noGrp="1"/>
          </p:cNvSpPr>
          <p:nvPr/>
        </p:nvSpPr>
        <p:spPr>
          <a:xfrm>
            <a:off x="8020050" y="4476750"/>
            <a:ext cx="36576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r" rtl="1">
              <a:lnSpc>
                <a:spcPct val="105000"/>
              </a:lnSpc>
              <a:buNone/>
              <a:defRPr sz="2025" b="1" lang="ar-SA">
                <a:solidFill>
                  <a:srgbClr val="FFFFFF"/>
                </a:solidFill>
                <a:latin typeface="thmanyah sans"/>
                <a:ea typeface="thmanyah sans"/>
                <a:cs typeface="thmanyah sans"/>
              </a:defRPr>
            </a:pPr>
            <a:r>
              <a:rPr sz="2025" b="1" lang="ar-SA">
                <a:solidFill>
                  <a:srgbClr val="FFFFFF"/>
                </a:solidFill>
                <a:latin typeface="thmanyah sans"/>
                <a:ea typeface="thmanyah sans"/>
                <a:cs typeface="thmanyah sans"/>
              </a:rPr>
              <a:t>قرارات تحتاج اعتمادًا لاحقًا</a:t>
            </a:r>
          </a:p>
        </p:txBody>
      </p:sp>
      <p:sp>
        <p:nvSpPr>
          <p:cNvPr id="8" name="">
            <a:extLst>
              <a:ext uri="{FF2B5EF4-FFF2-40B4-BE49-F238E27FC236}">
                <ns2:creationId id="{7082FE04-B2F4-4BC6-8336-74668188917B}"/>
              </a:ext>
            </a:extLst>
          </p:cNvPr>
          <p:cNvSpPr>
            <a:spLocks noGrp="1"/>
          </p:cNvSpPr>
          <p:nvPr/>
        </p:nvSpPr>
        <p:spPr>
          <a:xfrm>
            <a:off x="6572250" y="5010150"/>
            <a:ext cx="51054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r" rtl="1">
              <a:lnSpc>
                <a:spcPct val="105000"/>
              </a:lnSpc>
              <a:buNone/>
              <a:defRPr sz="1500" b="0" lang="ar-SA">
                <a:solidFill>
                  <a:srgbClr val="FFFFFF">
                    <a:alpha val="85098"/>
                  </a:srgbClr>
                </a:solidFill>
                <a:latin typeface="thmanyah sans"/>
                <a:ea typeface="thmanyah sans"/>
                <a:cs typeface="thmanyah sans"/>
              </a:defRPr>
            </a:pPr>
            <a:r>
              <a:rPr sz="1500" b="0" lang="ar-SA">
                <a:solidFill>
                  <a:srgbClr val="FFFFFF">
                    <a:alpha val="85098"/>
                  </a:srgbClr>
                </a:solidFill>
                <a:latin typeface="thmanyah sans"/>
                <a:ea typeface="thmanyah sans"/>
                <a:cs typeface="thmanyah sans"/>
              </a:rPr>
              <a:t>استخدام رمز المربعات وحده، أيقونة التطبيق، مكتبة الأيقونات الكاملة، الحركة، وقوالب المنتج التفصيلية.</a:t>
            </a:r>
          </a:p>
        </p:txBody>
      </p:sp>
      <p:sp>
        <p:nvSpPr>
          <p:cNvPr id="9" name="">
            <a:extLst>
              <a:ext uri="{FF2B5EF4-FFF2-40B4-BE49-F238E27FC236}">
                <ns2:creationId id="{E0710753-8DA7-4DFB-8C6A-8B2DE36B0FFA}"/>
              </a:ext>
            </a:extLst>
          </p:cNvPr>
          <p:cNvSpPr>
            <a:spLocks noGrp="1"/>
          </p:cNvSpPr>
          <p:nvPr/>
        </p:nvSpPr>
        <p:spPr>
          <a:xfrm>
            <a:off x="514350" y="1485900"/>
            <a:ext cx="4972050" cy="4210050"/>
          </a:xfrm>
          <a:prstGeom prst="roundRect">
            <a:avLst>
              <a:gd name="adj" fmla="val 5430"/>
            </a:avLst>
          </a:prstGeom>
          <a:solidFill>
            <a:srgbClr val="FFFFFF"/>
          </a:solidFill>
          <a:ln w="0">
            <a:noFill/>
          </a:ln>
        </p:spPr>
      </p:sp>
      <p:pic>
        <p:nvPicPr>
          <p:cNvPr id="23" name=""/>
          <p:cNvPicPr>
            <a:picLocks noChangeAspect="1"/>
          </p:cNvPicPr>
          <p:nvPr/>
        </p:nvPicPr>
        <p:blipFill>
          <a:blip r:embed="Rb1e4714d6c9b49f4"/>
          <a:stretch/>
        </p:blipFill>
        <p:spPr>
          <a:xfrm>
            <a:off x="987958" y="2076450"/>
            <a:ext cx="4024834" cy="1333500"/>
          </a:xfrm>
          <a:prstGeom prst="rect">
            <a:avLst/>
          </a:prstGeom>
        </p:spPr>
      </p:pic>
      <p:sp>
        <p:nvSpPr>
          <p:cNvPr id="11" name="">
            <a:extLst>
              <a:ext uri="{FF2B5EF4-FFF2-40B4-BE49-F238E27FC236}">
                <ns2:creationId id="{12CC48B9-6EDF-4DC3-9729-2653DB81151E}"/>
              </a:ext>
            </a:extLst>
          </p:cNvPr>
          <p:cNvSpPr>
            <a:spLocks noGrp="1"/>
          </p:cNvSpPr>
          <p:nvPr/>
        </p:nvSpPr>
        <p:spPr>
          <a:xfrm>
            <a:off x="990600" y="3905250"/>
            <a:ext cx="4000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ctr" rtl="1">
              <a:lnSpc>
                <a:spcPct val="105000"/>
              </a:lnSpc>
              <a:buNone/>
              <a:defRPr sz="1350" b="1" lang="ar-SA">
                <a:solidFill>
                  <a:srgbClr val="0059FC"/>
                </a:solidFill>
                <a:latin typeface="thmanyah sans"/>
                <a:ea typeface="thmanyah sans"/>
                <a:cs typeface="thmanyah sans"/>
              </a:defRPr>
            </a:pPr>
            <a:r>
              <a:rPr sz="1350" b="1" lang="ar-SA">
                <a:solidFill>
                  <a:srgbClr val="0059FC"/>
                </a:solidFill>
                <a:latin typeface="thmanyah sans"/>
                <a:ea typeface="thmanyah sans"/>
                <a:cs typeface="thmanyah sans"/>
              </a:rPr>
              <a:t>مالك الهوية</a:t>
            </a:r>
          </a:p>
        </p:txBody>
      </p:sp>
      <p:sp>
        <p:nvSpPr>
          <p:cNvPr id="12" name="">
            <a:extLst>
              <a:ext uri="{FF2B5EF4-FFF2-40B4-BE49-F238E27FC236}">
                <ns2:creationId id="{689250D1-34E3-4DC9-B293-1AE9C2F1AEEB}"/>
              </a:ext>
            </a:extLst>
          </p:cNvPr>
          <p:cNvSpPr>
            <a:spLocks noGrp="1"/>
          </p:cNvSpPr>
          <p:nvPr/>
        </p:nvSpPr>
        <p:spPr>
          <a:xfrm>
            <a:off x="990600" y="4305300"/>
            <a:ext cx="4000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ctr" rtl="1">
              <a:lnSpc>
                <a:spcPct val="105000"/>
              </a:lnSpc>
              <a:buNone/>
              <a:defRPr sz="1875" b="1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defRPr>
            </a:pPr>
            <a:r>
              <a:rPr sz="1875" b="1" lang="ar-SA">
                <a:solidFill>
                  <a:srgbClr val="0B0F19"/>
                </a:solidFill>
                <a:latin typeface="thmanyah sans"/>
                <a:ea typeface="thmanyah sans"/>
                <a:cs typeface="thmanyah sans"/>
              </a:rPr>
              <a:t>فريق العلامة والتصميم</a:t>
            </a:r>
          </a:p>
        </p:txBody>
      </p:sp>
      <p:sp>
        <p:nvSpPr>
          <p:cNvPr id="13" name="">
            <a:extLst>
              <a:ext uri="{FF2B5EF4-FFF2-40B4-BE49-F238E27FC236}">
                <ns2:creationId id="{A2AD2AE0-4DF5-4D3C-9676-5F129EFDAB15}"/>
              </a:ext>
            </a:extLst>
          </p:cNvPr>
          <p:cNvSpPr>
            <a:spLocks noGrp="1"/>
          </p:cNvSpPr>
          <p:nvPr/>
        </p:nvSpPr>
        <p:spPr>
          <a:xfrm>
            <a:off x="990600" y="4933950"/>
            <a:ext cx="4000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 rtlCol="1">
            <a:normAutofit fontScale="100000"/>
          </a:bodyPr>
          <a:lstStyle/>
          <a:p>
            <a:pPr algn="ctr" rtl="1">
              <a:lnSpc>
                <a:spcPct val="105000"/>
              </a:lnSpc>
              <a:buNone/>
              <a:defRPr sz="1275" b="0" lang="ar-SA">
                <a:solidFill>
                  <a:srgbClr val="566072"/>
                </a:solidFill>
                <a:latin typeface="thmanyah sans"/>
                <a:ea typeface="thmanyah sans"/>
                <a:cs typeface="thmanyah sans"/>
              </a:defRPr>
            </a:pPr>
            <a:r>
              <a:rPr sz="1275" b="0" lang="ar-SA">
                <a:solidFill>
                  <a:srgbClr val="566072"/>
                </a:solidFill>
                <a:latin typeface="thmanyah sans"/>
                <a:ea typeface="thmanyah sans"/>
                <a:cs typeface="thmanyah sans"/>
              </a:rPr>
              <a:t>الإصدار 1.1</a:t>
            </a:r>
          </a:p>
        </p:txBody>
      </p:sp>
    </p:spTree>
    <p:extLst>
      <p:ext uri="{BB962C8B-B14F-4D97-AF65-F5344CB8AC3E}">
        <p14:creationId val="14079321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2026-09-21T08:00:34.0940000Z</dcterms:created>
  <dcterms:modified xsi:type="dcterms:W3CDTF">2026-09-21T08:00:34.0950000Z</dcterms:modified>
</coreProperties>
</file>